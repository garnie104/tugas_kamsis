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handoutMasterIdLst>
    <p:handoutMasterId r:id="rId5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10080625" cy="5670550"/>
  <p:notesSz cx="7559675" cy="106918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C5C8CDE-FB85-463C-9B54-127742273E54}" styleName="">
    <a:wholeTbl>
      <a:tcStyle>
        <a:tcBdr/>
      </a:tcStyle>
    </a:wholeTbl>
    <a:band1H>
      <a:tcStyle>
        <a:tcBdr/>
      </a:tcStyle>
    </a:band1H>
    <a:band1V>
      <a:tcStyle>
        <a:tcBdr/>
      </a:tcStyle>
    </a:band1V>
    <a:lastCol>
      <a:tcStyle>
        <a:tcBdr/>
      </a:tcStyle>
    </a:lastCol>
    <a:firstCol>
      <a:tcStyle>
        <a:tcBdr/>
      </a:tcStyle>
    </a:firstCol>
    <a:lastRow>
      <a:tcStyle>
        <a:tcBdr/>
      </a:tcStyle>
    </a:lastRow>
    <a:firstRow>
      <a:tcStyle>
        <a:tcBdr/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53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C78913-EB34-B961-6941-3F33FFF8946B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1363" cy="534988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Ctr="0" compatLnSpc="0">
            <a:noAutofit/>
          </a:bodyPr>
          <a:lstStyle>
            <a:lvl1pPr eaLnBrk="1" fontAlgn="auto">
              <a:spcBef>
                <a:spcPts val="0"/>
              </a:spcBef>
              <a:spcAft>
                <a:spcPts val="0"/>
              </a:spcAft>
              <a:defRPr sz="1400">
                <a:latin typeface="Liberation Sans" pitchFamily="18"/>
                <a:ea typeface="Noto Sans CJK SC Regular" pitchFamily="2"/>
                <a:cs typeface="FreeSans" pitchFamily="2"/>
              </a:defRPr>
            </a:lvl1pPr>
          </a:lstStyle>
          <a:p>
            <a:pPr>
              <a:defRPr sz="1400"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900846-F9CC-CABD-8A9B-84A696B3AB8B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278313" y="0"/>
            <a:ext cx="3281362" cy="534988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Ctr="0" compatLnSpc="0">
            <a:noAutofit/>
          </a:bodyPr>
          <a:lstStyle>
            <a:lvl1pPr algn="r" eaLnBrk="1" fontAlgn="auto">
              <a:spcBef>
                <a:spcPts val="0"/>
              </a:spcBef>
              <a:spcAft>
                <a:spcPts val="0"/>
              </a:spcAft>
              <a:defRPr sz="1400">
                <a:latin typeface="Liberation Sans" pitchFamily="18"/>
                <a:ea typeface="Noto Sans CJK SC Regular" pitchFamily="2"/>
                <a:cs typeface="FreeSans" pitchFamily="2"/>
              </a:defRPr>
            </a:lvl1pPr>
          </a:lstStyle>
          <a:p>
            <a:pPr>
              <a:defRPr sz="1400"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9B2FB3-8DCB-BB5D-5EAF-AF074D55E211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10156825"/>
            <a:ext cx="3281363" cy="534988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="b" anchorCtr="0" compatLnSpc="0">
            <a:noAutofit/>
          </a:bodyPr>
          <a:lstStyle>
            <a:lvl1pPr eaLnBrk="1" fontAlgn="auto">
              <a:spcBef>
                <a:spcPts val="0"/>
              </a:spcBef>
              <a:spcAft>
                <a:spcPts val="0"/>
              </a:spcAft>
              <a:defRPr sz="1400">
                <a:latin typeface="Liberation Sans" pitchFamily="18"/>
                <a:ea typeface="Noto Sans CJK SC Regular" pitchFamily="2"/>
                <a:cs typeface="FreeSans" pitchFamily="2"/>
              </a:defRPr>
            </a:lvl1pPr>
          </a:lstStyle>
          <a:p>
            <a:pPr>
              <a:defRPr sz="1400"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C28EF0-937E-6FFE-80C5-DF08A8638781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278313" y="10156825"/>
            <a:ext cx="3281362" cy="534988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="b" anchorCtr="0" compatLnSpc="0">
            <a:noAutofit/>
          </a:bodyPr>
          <a:lstStyle>
            <a:lvl1pPr algn="r" eaLnBrk="1" fontAlgn="auto">
              <a:spcBef>
                <a:spcPts val="0"/>
              </a:spcBef>
              <a:spcAft>
                <a:spcPts val="0"/>
              </a:spcAft>
              <a:defRPr sz="1400">
                <a:latin typeface="Liberation Sans" pitchFamily="18"/>
                <a:ea typeface="Noto Sans CJK SC Regular" pitchFamily="2"/>
                <a:cs typeface="FreeSans" pitchFamily="2"/>
              </a:defRPr>
            </a:lvl1pPr>
          </a:lstStyle>
          <a:p>
            <a:pPr>
              <a:defRPr sz="1400"/>
            </a:pPr>
            <a:fld id="{2FDC973E-E823-43E9-99FD-7147B03389C7}" type="slidenum">
              <a:rPr lang="en-US"/>
              <a:pPr>
                <a:defRPr sz="1400"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Slide Image Placeholder 1">
            <a:extLst>
              <a:ext uri="{FF2B5EF4-FFF2-40B4-BE49-F238E27FC236}">
                <a16:creationId xmlns:a16="http://schemas.microsoft.com/office/drawing/2014/main" id="{AE206187-940F-614A-0401-A8B128FC1760}"/>
              </a:ext>
            </a:extLst>
          </p:cNvPr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215900" y="812800"/>
            <a:ext cx="7127875" cy="400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189D59-06C2-8104-9E86-7FDF3C931E69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55650" y="5078413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lvl="0"/>
            <a:endParaRPr lang="en-US" noProof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441C6D28-EAF1-1D8C-37EF-34E3966145E7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1363" cy="5349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noAutofit/>
          </a:bodyPr>
          <a:lstStyle>
            <a:lvl1pPr lvl="0" eaLnBrk="1" fontAlgn="auto" hangingPunct="0">
              <a:spcBef>
                <a:spcPts val="0"/>
              </a:spcBef>
              <a:spcAft>
                <a:spcPts val="0"/>
              </a:spcAft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380175-FA03-1F54-AAED-A5DE7DA8A3FC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278313" y="0"/>
            <a:ext cx="3281362" cy="5349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noAutofit/>
          </a:bodyPr>
          <a:lstStyle>
            <a:lvl1pPr lvl="0" algn="r" eaLnBrk="1" fontAlgn="auto" hangingPunct="0">
              <a:spcBef>
                <a:spcPts val="0"/>
              </a:spcBef>
              <a:spcAft>
                <a:spcPts val="0"/>
              </a:spcAft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192E7F-1424-0F17-1DEA-DAF8BE9DC5B0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10156825"/>
            <a:ext cx="3281363" cy="5349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anchorCtr="0">
            <a:noAutofit/>
          </a:bodyPr>
          <a:lstStyle>
            <a:lvl1pPr lvl="0" eaLnBrk="1" fontAlgn="auto" hangingPunct="0">
              <a:spcBef>
                <a:spcPts val="0"/>
              </a:spcBef>
              <a:spcAft>
                <a:spcPts val="0"/>
              </a:spcAft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1D686-B018-98E6-C789-93C89160FAC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278313" y="10156825"/>
            <a:ext cx="3281362" cy="5349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anchorCtr="0">
            <a:noAutofit/>
          </a:bodyPr>
          <a:lstStyle>
            <a:lvl1pPr lvl="0" algn="r" eaLnBrk="1" fontAlgn="auto" hangingPunct="0">
              <a:spcBef>
                <a:spcPts val="0"/>
              </a:spcBef>
              <a:spcAft>
                <a:spcPts val="0"/>
              </a:spcAft>
              <a:buNone/>
              <a:tabLst/>
              <a:defRPr lang="en-US" sz="1400" kern="1200" smtClean="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>
              <a:defRPr/>
            </a:pPr>
            <a:fld id="{28F78452-C360-48B0-9020-825557530AAD}" type="slidenum">
              <a:rPr/>
              <a:pPr>
                <a:defRPr/>
              </a:pPr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215900" indent="-215900" algn="l" rtl="0" eaLnBrk="0" fontAlgn="base" hangingPunct="0">
      <a:spcBef>
        <a:spcPct val="30000"/>
      </a:spcBef>
      <a:spcAft>
        <a:spcPct val="0"/>
      </a:spcAft>
      <a:defRPr lang="en-US" sz="2000" kern="1200">
        <a:solidFill>
          <a:schemeClr val="tx1"/>
        </a:solidFill>
        <a:highlight>
          <a:scrgbClr r="0" g="0" b="0">
            <a:alpha val="0"/>
          </a:scrgbClr>
        </a:highlight>
        <a:latin typeface="Liberation Sans" pitchFamily="18"/>
      </a:defRPr>
    </a:lvl1pPr>
    <a:lvl2pPr marL="742950" indent="-28575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1143000" indent="-228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600200" indent="-228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057400" indent="-228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6">
            <a:extLst>
              <a:ext uri="{FF2B5EF4-FFF2-40B4-BE49-F238E27FC236}">
                <a16:creationId xmlns:a16="http://schemas.microsoft.com/office/drawing/2014/main" id="{509B710F-47FD-D80F-C6E9-972D84A612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EF75A3B-49C3-4E55-93FF-FB6C0F024447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5123" name="Slide Image Placeholder 1">
            <a:extLst>
              <a:ext uri="{FF2B5EF4-FFF2-40B4-BE49-F238E27FC236}">
                <a16:creationId xmlns:a16="http://schemas.microsoft.com/office/drawing/2014/main" id="{E68EFFF5-2019-269B-930B-28E28EA3140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61A7EB-A50B-27B1-518B-D9C72AEB7D6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6">
            <a:extLst>
              <a:ext uri="{FF2B5EF4-FFF2-40B4-BE49-F238E27FC236}">
                <a16:creationId xmlns:a16="http://schemas.microsoft.com/office/drawing/2014/main" id="{4C978D3D-01BD-58AD-130D-8BBDE6DFE5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0782A45-E231-439B-87D5-881A23749932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7171" name="Slide Image Placeholder 1">
            <a:extLst>
              <a:ext uri="{FF2B5EF4-FFF2-40B4-BE49-F238E27FC236}">
                <a16:creationId xmlns:a16="http://schemas.microsoft.com/office/drawing/2014/main" id="{455AE973-0855-E79B-AD3D-EE5EA52B305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C17A49-337E-7B6E-301B-8B539DB7687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6">
            <a:extLst>
              <a:ext uri="{FF2B5EF4-FFF2-40B4-BE49-F238E27FC236}">
                <a16:creationId xmlns:a16="http://schemas.microsoft.com/office/drawing/2014/main" id="{72419F66-2BBD-784D-31CC-AA8E5E2184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868FBB3-4855-4439-A9A4-C2376CEF4AC2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9219" name="Slide Image Placeholder 1">
            <a:extLst>
              <a:ext uri="{FF2B5EF4-FFF2-40B4-BE49-F238E27FC236}">
                <a16:creationId xmlns:a16="http://schemas.microsoft.com/office/drawing/2014/main" id="{BFEE0F3B-4320-E92D-A37D-D36BA771142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09CA44-828B-C9B6-BE1E-65BB99CBE55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6">
            <a:extLst>
              <a:ext uri="{FF2B5EF4-FFF2-40B4-BE49-F238E27FC236}">
                <a16:creationId xmlns:a16="http://schemas.microsoft.com/office/drawing/2014/main" id="{467E30F0-05A5-E178-6174-7E72F91435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A26AA95-5273-4192-9B85-D6A3057AFC69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11267" name="Slide Image Placeholder 1">
            <a:extLst>
              <a:ext uri="{FF2B5EF4-FFF2-40B4-BE49-F238E27FC236}">
                <a16:creationId xmlns:a16="http://schemas.microsoft.com/office/drawing/2014/main" id="{DA53D61C-02F1-FCA5-0DA2-74562EDF434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37DE71-4937-A311-F7D8-78E62D5086A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6">
            <a:extLst>
              <a:ext uri="{FF2B5EF4-FFF2-40B4-BE49-F238E27FC236}">
                <a16:creationId xmlns:a16="http://schemas.microsoft.com/office/drawing/2014/main" id="{0740E8F3-8264-D70F-1AB6-AA8DDF86FF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75AF123-E245-4991-90C5-F7DBBEC166D3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13315" name="Slide Image Placeholder 1">
            <a:extLst>
              <a:ext uri="{FF2B5EF4-FFF2-40B4-BE49-F238E27FC236}">
                <a16:creationId xmlns:a16="http://schemas.microsoft.com/office/drawing/2014/main" id="{33849FCC-08A2-8BFB-469F-8B984BDB6B0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8E8F9F-D0EA-FAA3-14CF-F92E5CC56E9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6">
            <a:extLst>
              <a:ext uri="{FF2B5EF4-FFF2-40B4-BE49-F238E27FC236}">
                <a16:creationId xmlns:a16="http://schemas.microsoft.com/office/drawing/2014/main" id="{D10C9C18-6388-7EB1-5E71-340A0A4E99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38AB31C-6E76-4EF9-9256-8EDEDAFB93B6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15363" name="Slide Image Placeholder 1">
            <a:extLst>
              <a:ext uri="{FF2B5EF4-FFF2-40B4-BE49-F238E27FC236}">
                <a16:creationId xmlns:a16="http://schemas.microsoft.com/office/drawing/2014/main" id="{2C7221BB-9692-C973-FF43-AF142300A7E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2E385E-48F5-1AE5-E888-7CF5000EEC1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6">
            <a:extLst>
              <a:ext uri="{FF2B5EF4-FFF2-40B4-BE49-F238E27FC236}">
                <a16:creationId xmlns:a16="http://schemas.microsoft.com/office/drawing/2014/main" id="{1223E028-40CA-87A6-6AED-6FB51E4959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7ED9DB7-27D7-4EA8-880E-9B616A1B7485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17411" name="Slide Image Placeholder 1">
            <a:extLst>
              <a:ext uri="{FF2B5EF4-FFF2-40B4-BE49-F238E27FC236}">
                <a16:creationId xmlns:a16="http://schemas.microsoft.com/office/drawing/2014/main" id="{D8990B11-3877-7D9B-2BAF-C572DDA24E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D82F62-E4F9-9A22-4602-F769D38FA97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6">
            <a:extLst>
              <a:ext uri="{FF2B5EF4-FFF2-40B4-BE49-F238E27FC236}">
                <a16:creationId xmlns:a16="http://schemas.microsoft.com/office/drawing/2014/main" id="{07D1914C-6D85-8ACF-76B2-9C770F8D42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6B0DFF6-DB8E-44E3-880A-D2626B61DFB3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19459" name="Slide Image Placeholder 1">
            <a:extLst>
              <a:ext uri="{FF2B5EF4-FFF2-40B4-BE49-F238E27FC236}">
                <a16:creationId xmlns:a16="http://schemas.microsoft.com/office/drawing/2014/main" id="{038C9231-76F9-F978-ABF7-329C27436DE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398C58-182D-B283-42B8-1353FD3B4E7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6">
            <a:extLst>
              <a:ext uri="{FF2B5EF4-FFF2-40B4-BE49-F238E27FC236}">
                <a16:creationId xmlns:a16="http://schemas.microsoft.com/office/drawing/2014/main" id="{DE5163B8-E38C-5342-EBC1-8388A74156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042831E-25A9-4CE5-946B-1E02D7E2C730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21507" name="Slide Image Placeholder 1">
            <a:extLst>
              <a:ext uri="{FF2B5EF4-FFF2-40B4-BE49-F238E27FC236}">
                <a16:creationId xmlns:a16="http://schemas.microsoft.com/office/drawing/2014/main" id="{96ED5198-3067-940E-CF75-31DB39BA686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5BA673-6E2F-DBE0-9632-6C91AD12F6B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6">
            <a:extLst>
              <a:ext uri="{FF2B5EF4-FFF2-40B4-BE49-F238E27FC236}">
                <a16:creationId xmlns:a16="http://schemas.microsoft.com/office/drawing/2014/main" id="{23EAAC74-591A-225B-1809-F206FEBDBF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1AF3521-02BD-4D61-8121-08B488AE0DE6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23555" name="Slide Image Placeholder 1">
            <a:extLst>
              <a:ext uri="{FF2B5EF4-FFF2-40B4-BE49-F238E27FC236}">
                <a16:creationId xmlns:a16="http://schemas.microsoft.com/office/drawing/2014/main" id="{D4909EB9-2459-41CC-09DC-7FA7547AD16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E89AF5-212F-0581-A9C3-01C51106AE1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6">
            <a:extLst>
              <a:ext uri="{FF2B5EF4-FFF2-40B4-BE49-F238E27FC236}">
                <a16:creationId xmlns:a16="http://schemas.microsoft.com/office/drawing/2014/main" id="{EEE0AB7F-0B74-FDEE-420F-6E3B4B9487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1952EF3-34CE-4B59-A0AE-074F1BC58CD5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25603" name="Slide Image Placeholder 1">
            <a:extLst>
              <a:ext uri="{FF2B5EF4-FFF2-40B4-BE49-F238E27FC236}">
                <a16:creationId xmlns:a16="http://schemas.microsoft.com/office/drawing/2014/main" id="{D5A37A7F-87C2-4757-DD9D-BB652C21D58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E54330-287C-DCCB-4C4A-B70F798596E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6">
            <a:extLst>
              <a:ext uri="{FF2B5EF4-FFF2-40B4-BE49-F238E27FC236}">
                <a16:creationId xmlns:a16="http://schemas.microsoft.com/office/drawing/2014/main" id="{568B8859-F35C-145B-781F-98AE6546C3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955CA3E-235A-49AD-9106-AB4BBEB289FE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27651" name="Slide Image Placeholder 1">
            <a:extLst>
              <a:ext uri="{FF2B5EF4-FFF2-40B4-BE49-F238E27FC236}">
                <a16:creationId xmlns:a16="http://schemas.microsoft.com/office/drawing/2014/main" id="{25401860-451D-7229-6EDC-835BBA0C7B4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DC7ABB-8561-4A8D-A31A-EAC5D051B76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6">
            <a:extLst>
              <a:ext uri="{FF2B5EF4-FFF2-40B4-BE49-F238E27FC236}">
                <a16:creationId xmlns:a16="http://schemas.microsoft.com/office/drawing/2014/main" id="{EDB39D9A-97AB-D383-E140-4AB37160D6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59EB694-8B63-45B0-968D-FE991AB9AD94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29699" name="Slide Image Placeholder 1">
            <a:extLst>
              <a:ext uri="{FF2B5EF4-FFF2-40B4-BE49-F238E27FC236}">
                <a16:creationId xmlns:a16="http://schemas.microsoft.com/office/drawing/2014/main" id="{67D164D9-7949-A21F-D52F-83B205316DB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978CD0-9C9E-C0D3-7AD1-121C3869E47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6">
            <a:extLst>
              <a:ext uri="{FF2B5EF4-FFF2-40B4-BE49-F238E27FC236}">
                <a16:creationId xmlns:a16="http://schemas.microsoft.com/office/drawing/2014/main" id="{7A3B366F-E386-AEE0-DB2F-136841CDDE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97F5BEE-D7F4-44C1-9C7D-22E6BDB81B95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31747" name="Slide Image Placeholder 1">
            <a:extLst>
              <a:ext uri="{FF2B5EF4-FFF2-40B4-BE49-F238E27FC236}">
                <a16:creationId xmlns:a16="http://schemas.microsoft.com/office/drawing/2014/main" id="{45D36435-1646-DB6F-4B60-9C4C6EB8CC1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98C013-D497-CF2D-9CA1-51D6B93F0C2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6">
            <a:extLst>
              <a:ext uri="{FF2B5EF4-FFF2-40B4-BE49-F238E27FC236}">
                <a16:creationId xmlns:a16="http://schemas.microsoft.com/office/drawing/2014/main" id="{F2C42F95-47CE-FE65-95CE-6E2FC5C3C7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34EA495-3940-4B82-88B1-3F17E7CD9615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33795" name="Slide Image Placeholder 1">
            <a:extLst>
              <a:ext uri="{FF2B5EF4-FFF2-40B4-BE49-F238E27FC236}">
                <a16:creationId xmlns:a16="http://schemas.microsoft.com/office/drawing/2014/main" id="{F15055A8-4954-9BDD-8BD8-99E062D6E1A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DF319A-6EC4-E138-A8D5-B689A9180D9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6">
            <a:extLst>
              <a:ext uri="{FF2B5EF4-FFF2-40B4-BE49-F238E27FC236}">
                <a16:creationId xmlns:a16="http://schemas.microsoft.com/office/drawing/2014/main" id="{49A8FDC5-9BB3-82C4-E608-09E2A62218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F8CA3A0-AC7A-48E1-9A06-3C6E2DEA8269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35843" name="Slide Image Placeholder 1">
            <a:extLst>
              <a:ext uri="{FF2B5EF4-FFF2-40B4-BE49-F238E27FC236}">
                <a16:creationId xmlns:a16="http://schemas.microsoft.com/office/drawing/2014/main" id="{53DE13E5-428E-2870-647B-F8FCA3CFC15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054335-D7CA-8C80-161D-F78947309A8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6">
            <a:extLst>
              <a:ext uri="{FF2B5EF4-FFF2-40B4-BE49-F238E27FC236}">
                <a16:creationId xmlns:a16="http://schemas.microsoft.com/office/drawing/2014/main" id="{E0FE11CD-4ADE-2F68-CDA3-01CB4D55F0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8C6ECFC-4E2A-4761-98F8-EF428961D892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37891" name="Slide Image Placeholder 1">
            <a:extLst>
              <a:ext uri="{FF2B5EF4-FFF2-40B4-BE49-F238E27FC236}">
                <a16:creationId xmlns:a16="http://schemas.microsoft.com/office/drawing/2014/main" id="{8D39D08D-7369-4293-2389-645D16E5B22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B7848F-1EA7-B456-E688-A47DE287B99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6">
            <a:extLst>
              <a:ext uri="{FF2B5EF4-FFF2-40B4-BE49-F238E27FC236}">
                <a16:creationId xmlns:a16="http://schemas.microsoft.com/office/drawing/2014/main" id="{CF2D1115-92A0-67F4-E12E-E9AB83A58D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142E862-DC2F-43B4-A8F3-91042FAA0AF3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39939" name="Slide Image Placeholder 1">
            <a:extLst>
              <a:ext uri="{FF2B5EF4-FFF2-40B4-BE49-F238E27FC236}">
                <a16:creationId xmlns:a16="http://schemas.microsoft.com/office/drawing/2014/main" id="{29D5645D-87A0-67B4-8A1D-B0B490A3E21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B613BA-8A04-325A-B99F-44FFBB690F6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6">
            <a:extLst>
              <a:ext uri="{FF2B5EF4-FFF2-40B4-BE49-F238E27FC236}">
                <a16:creationId xmlns:a16="http://schemas.microsoft.com/office/drawing/2014/main" id="{23FA87E2-CA4B-93C6-3BEB-4EC1F036C1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971B743-477C-488A-B1C7-75D0D441B0E0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41987" name="Slide Image Placeholder 1">
            <a:extLst>
              <a:ext uri="{FF2B5EF4-FFF2-40B4-BE49-F238E27FC236}">
                <a16:creationId xmlns:a16="http://schemas.microsoft.com/office/drawing/2014/main" id="{E4BD0C12-128B-F82F-B84B-B7405D53202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EAF97B-6FB1-02A0-BA38-7C74A001980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6">
            <a:extLst>
              <a:ext uri="{FF2B5EF4-FFF2-40B4-BE49-F238E27FC236}">
                <a16:creationId xmlns:a16="http://schemas.microsoft.com/office/drawing/2014/main" id="{8DAF430B-E415-9E2E-B21B-41F34F74DC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64511B0-4C33-4D78-A20B-ACE0397E9682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44035" name="Slide Image Placeholder 1">
            <a:extLst>
              <a:ext uri="{FF2B5EF4-FFF2-40B4-BE49-F238E27FC236}">
                <a16:creationId xmlns:a16="http://schemas.microsoft.com/office/drawing/2014/main" id="{E0D18E58-1552-66C7-61C3-481A081E0D2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F8368E-8CA4-94B1-9FBE-9D0BEFC85BC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Number Placeholder 6">
            <a:extLst>
              <a:ext uri="{FF2B5EF4-FFF2-40B4-BE49-F238E27FC236}">
                <a16:creationId xmlns:a16="http://schemas.microsoft.com/office/drawing/2014/main" id="{43B4AC30-3A9C-DBE5-8A32-F55EDE2852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0E824DE-F528-4929-BE62-143A56F81E84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46083" name="Slide Image Placeholder 1">
            <a:extLst>
              <a:ext uri="{FF2B5EF4-FFF2-40B4-BE49-F238E27FC236}">
                <a16:creationId xmlns:a16="http://schemas.microsoft.com/office/drawing/2014/main" id="{2A5298C7-2AF6-F74F-AD8D-7EF659A5E6C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E8DB21-1AA3-79B2-16BA-F0DE489A17D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6">
            <a:extLst>
              <a:ext uri="{FF2B5EF4-FFF2-40B4-BE49-F238E27FC236}">
                <a16:creationId xmlns:a16="http://schemas.microsoft.com/office/drawing/2014/main" id="{844379BF-3D1C-2023-0841-0A34B119AA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00C494E-6170-4A6E-8186-814262476896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48131" name="Slide Image Placeholder 1">
            <a:extLst>
              <a:ext uri="{FF2B5EF4-FFF2-40B4-BE49-F238E27FC236}">
                <a16:creationId xmlns:a16="http://schemas.microsoft.com/office/drawing/2014/main" id="{A04F5306-08F8-0E28-E45C-9DBCEA9BA1B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BDF739-917D-8FB6-1D36-A7EFC189A8B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Number Placeholder 6">
            <a:extLst>
              <a:ext uri="{FF2B5EF4-FFF2-40B4-BE49-F238E27FC236}">
                <a16:creationId xmlns:a16="http://schemas.microsoft.com/office/drawing/2014/main" id="{3F0049AF-B585-9B92-A153-3702FF0D89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DB68C0D-58A9-4910-BCB0-E177F66829A4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50179" name="Slide Image Placeholder 1">
            <a:extLst>
              <a:ext uri="{FF2B5EF4-FFF2-40B4-BE49-F238E27FC236}">
                <a16:creationId xmlns:a16="http://schemas.microsoft.com/office/drawing/2014/main" id="{6C26F647-8C44-9FB8-A830-8E4D2EBCE39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C32C34-BFA6-CF1E-567E-5205153C51B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Number Placeholder 6">
            <a:extLst>
              <a:ext uri="{FF2B5EF4-FFF2-40B4-BE49-F238E27FC236}">
                <a16:creationId xmlns:a16="http://schemas.microsoft.com/office/drawing/2014/main" id="{CAC5925E-CEC7-276E-8EF1-ED34DD7442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89011B4-C322-44E9-8C8C-EFDC9CB09C9F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52227" name="Slide Image Placeholder 1">
            <a:extLst>
              <a:ext uri="{FF2B5EF4-FFF2-40B4-BE49-F238E27FC236}">
                <a16:creationId xmlns:a16="http://schemas.microsoft.com/office/drawing/2014/main" id="{1AF79A2B-3E6B-EF8A-2DDB-DD8293E01A4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A2FCAD-0BCE-D1B2-D920-1618A879174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Number Placeholder 6">
            <a:extLst>
              <a:ext uri="{FF2B5EF4-FFF2-40B4-BE49-F238E27FC236}">
                <a16:creationId xmlns:a16="http://schemas.microsoft.com/office/drawing/2014/main" id="{CBFCF0FD-43D6-24F7-5C78-A98BF77760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417D915-86E8-4AFE-808B-F2CF871FE572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54275" name="Slide Image Placeholder 1">
            <a:extLst>
              <a:ext uri="{FF2B5EF4-FFF2-40B4-BE49-F238E27FC236}">
                <a16:creationId xmlns:a16="http://schemas.microsoft.com/office/drawing/2014/main" id="{6F471285-BB90-5A50-DFEA-66B4457925C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0B7BE4-6A1D-2616-7AA1-E7598A785D6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Number Placeholder 6">
            <a:extLst>
              <a:ext uri="{FF2B5EF4-FFF2-40B4-BE49-F238E27FC236}">
                <a16:creationId xmlns:a16="http://schemas.microsoft.com/office/drawing/2014/main" id="{0795F993-BD99-B03A-31AD-C617A3E24E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0D26A10-ECD7-4091-94EE-E39BED9101B2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56323" name="Slide Image Placeholder 1">
            <a:extLst>
              <a:ext uri="{FF2B5EF4-FFF2-40B4-BE49-F238E27FC236}">
                <a16:creationId xmlns:a16="http://schemas.microsoft.com/office/drawing/2014/main" id="{34FB979E-3AF0-7C0C-ED33-784BE21D309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6856C2-D987-A27D-0680-364CDE2F67B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Number Placeholder 6">
            <a:extLst>
              <a:ext uri="{FF2B5EF4-FFF2-40B4-BE49-F238E27FC236}">
                <a16:creationId xmlns:a16="http://schemas.microsoft.com/office/drawing/2014/main" id="{D314E242-7F0C-41C1-D37E-76CCB9EA44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1D15027-F206-4223-BF95-B78565039E61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58371" name="Slide Image Placeholder 1">
            <a:extLst>
              <a:ext uri="{FF2B5EF4-FFF2-40B4-BE49-F238E27FC236}">
                <a16:creationId xmlns:a16="http://schemas.microsoft.com/office/drawing/2014/main" id="{162B2977-179D-F2D0-2A8A-D6E9E28CD70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C181F8-33F3-BB11-6024-162919C8FF7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Number Placeholder 6">
            <a:extLst>
              <a:ext uri="{FF2B5EF4-FFF2-40B4-BE49-F238E27FC236}">
                <a16:creationId xmlns:a16="http://schemas.microsoft.com/office/drawing/2014/main" id="{D195D6FE-D458-957F-4FFC-28EF6C8BC2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F9C62AD-636D-4586-A141-3C561A0DF9C0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28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60419" name="Slide Image Placeholder 1">
            <a:extLst>
              <a:ext uri="{FF2B5EF4-FFF2-40B4-BE49-F238E27FC236}">
                <a16:creationId xmlns:a16="http://schemas.microsoft.com/office/drawing/2014/main" id="{94F09933-E8C4-C57F-F5EE-0837C05A6DA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9230F7-B923-E076-0318-A92C14E1FC2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Number Placeholder 6">
            <a:extLst>
              <a:ext uri="{FF2B5EF4-FFF2-40B4-BE49-F238E27FC236}">
                <a16:creationId xmlns:a16="http://schemas.microsoft.com/office/drawing/2014/main" id="{14D5D862-17A7-1C0D-D4AB-8E6241EFA6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D910371-67BF-4003-9BB7-EA0DEDBE02BF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29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62467" name="Slide Image Placeholder 1">
            <a:extLst>
              <a:ext uri="{FF2B5EF4-FFF2-40B4-BE49-F238E27FC236}">
                <a16:creationId xmlns:a16="http://schemas.microsoft.com/office/drawing/2014/main" id="{29349769-B6F7-C54F-D94A-7FE3E6FEB72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26BD04-09F7-E3F5-9B4E-50F3B88AA2A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Number Placeholder 6">
            <a:extLst>
              <a:ext uri="{FF2B5EF4-FFF2-40B4-BE49-F238E27FC236}">
                <a16:creationId xmlns:a16="http://schemas.microsoft.com/office/drawing/2014/main" id="{4B7B5A11-6C66-A803-23F1-A1BFCB8FAC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540A96B-B5B7-4DB6-91AB-8A8E2BA57835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64515" name="Slide Image Placeholder 1">
            <a:extLst>
              <a:ext uri="{FF2B5EF4-FFF2-40B4-BE49-F238E27FC236}">
                <a16:creationId xmlns:a16="http://schemas.microsoft.com/office/drawing/2014/main" id="{2EDFC958-C493-870E-2275-0F1D642A52E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A19AB0-DCBF-4E5E-E6E4-30E668E01C5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Number Placeholder 6">
            <a:extLst>
              <a:ext uri="{FF2B5EF4-FFF2-40B4-BE49-F238E27FC236}">
                <a16:creationId xmlns:a16="http://schemas.microsoft.com/office/drawing/2014/main" id="{5F8F8C7F-B6EB-1741-0754-D4BB171F01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4121A18-26B7-427B-B547-EF7EF29E9B05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66563" name="Slide Image Placeholder 1">
            <a:extLst>
              <a:ext uri="{FF2B5EF4-FFF2-40B4-BE49-F238E27FC236}">
                <a16:creationId xmlns:a16="http://schemas.microsoft.com/office/drawing/2014/main" id="{73900015-12B1-134D-8259-8665525AC5C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0737A1-C280-8DBB-90A9-5345CB3BC1D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Number Placeholder 6">
            <a:extLst>
              <a:ext uri="{FF2B5EF4-FFF2-40B4-BE49-F238E27FC236}">
                <a16:creationId xmlns:a16="http://schemas.microsoft.com/office/drawing/2014/main" id="{DD3E2CDE-9774-3DB3-5D30-CDF900B12A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E6041D3-A505-4AD0-A810-0BFFF988CF5A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32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68611" name="Slide Image Placeholder 1">
            <a:extLst>
              <a:ext uri="{FF2B5EF4-FFF2-40B4-BE49-F238E27FC236}">
                <a16:creationId xmlns:a16="http://schemas.microsoft.com/office/drawing/2014/main" id="{B0DE1227-7EA1-2AB6-4F7C-4499E293A5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8CC92E-62CA-2C38-5DD5-C91F14A88D2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Number Placeholder 6">
            <a:extLst>
              <a:ext uri="{FF2B5EF4-FFF2-40B4-BE49-F238E27FC236}">
                <a16:creationId xmlns:a16="http://schemas.microsoft.com/office/drawing/2014/main" id="{32074E89-EBD1-61B0-1CEF-52AAAA5D7F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AB163CC-7E95-41B7-913C-74CFEE2482F2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70659" name="Slide Image Placeholder 1">
            <a:extLst>
              <a:ext uri="{FF2B5EF4-FFF2-40B4-BE49-F238E27FC236}">
                <a16:creationId xmlns:a16="http://schemas.microsoft.com/office/drawing/2014/main" id="{76108069-9D52-E9D5-6589-1D10A57A5AC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DA13E4-CCC1-2F29-64AF-BC276200D87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Number Placeholder 6">
            <a:extLst>
              <a:ext uri="{FF2B5EF4-FFF2-40B4-BE49-F238E27FC236}">
                <a16:creationId xmlns:a16="http://schemas.microsoft.com/office/drawing/2014/main" id="{EAE4A133-BE64-07B8-965D-23D1F023512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69345B6-A828-48F7-960B-ECD29FDCF8D9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34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72707" name="Slide Image Placeholder 1">
            <a:extLst>
              <a:ext uri="{FF2B5EF4-FFF2-40B4-BE49-F238E27FC236}">
                <a16:creationId xmlns:a16="http://schemas.microsoft.com/office/drawing/2014/main" id="{52A612A7-8859-2DD4-C924-D7F02084C0B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5B3314-EF9F-9EA9-F051-4828D9671C8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Number Placeholder 6">
            <a:extLst>
              <a:ext uri="{FF2B5EF4-FFF2-40B4-BE49-F238E27FC236}">
                <a16:creationId xmlns:a16="http://schemas.microsoft.com/office/drawing/2014/main" id="{6CCDA370-EFD1-AB32-F754-C040F0DC86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4BC3BF0-C246-4FE5-8D89-EBA65FBC95DE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35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74755" name="Slide Image Placeholder 1">
            <a:extLst>
              <a:ext uri="{FF2B5EF4-FFF2-40B4-BE49-F238E27FC236}">
                <a16:creationId xmlns:a16="http://schemas.microsoft.com/office/drawing/2014/main" id="{1F2A42D9-51CB-246A-EC91-C5C90DC9555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39D5E8-DA3B-6125-D3FF-329A7D0C6D3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Number Placeholder 6">
            <a:extLst>
              <a:ext uri="{FF2B5EF4-FFF2-40B4-BE49-F238E27FC236}">
                <a16:creationId xmlns:a16="http://schemas.microsoft.com/office/drawing/2014/main" id="{36B8A7AC-1BE6-20DE-9CE5-1D9C523482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FF48F5B-E6EB-42A1-8FB5-1C3A0A7DD7F5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36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76803" name="Slide Image Placeholder 1">
            <a:extLst>
              <a:ext uri="{FF2B5EF4-FFF2-40B4-BE49-F238E27FC236}">
                <a16:creationId xmlns:a16="http://schemas.microsoft.com/office/drawing/2014/main" id="{7B18659D-6988-EA57-4729-4AEAA5129E5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18BA88-BA6F-946C-AB82-9E7F9CAE54F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Number Placeholder 6">
            <a:extLst>
              <a:ext uri="{FF2B5EF4-FFF2-40B4-BE49-F238E27FC236}">
                <a16:creationId xmlns:a16="http://schemas.microsoft.com/office/drawing/2014/main" id="{F3D9EBB6-3101-1412-45B2-1D2FDA38F9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C88D804-5677-4D64-9438-FDF70A89254B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37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78851" name="Slide Image Placeholder 1">
            <a:extLst>
              <a:ext uri="{FF2B5EF4-FFF2-40B4-BE49-F238E27FC236}">
                <a16:creationId xmlns:a16="http://schemas.microsoft.com/office/drawing/2014/main" id="{3C19EB01-B3AC-2D71-F703-39FD46C7791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123B37-F0E9-5FE0-18BE-897B0C1DDB5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Number Placeholder 6">
            <a:extLst>
              <a:ext uri="{FF2B5EF4-FFF2-40B4-BE49-F238E27FC236}">
                <a16:creationId xmlns:a16="http://schemas.microsoft.com/office/drawing/2014/main" id="{EA8C394B-15A4-8E10-7AB2-363615C1F7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9A2EA8D-19DC-4AB0-B2AB-E3EBDB8709F9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38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80899" name="Slide Image Placeholder 1">
            <a:extLst>
              <a:ext uri="{FF2B5EF4-FFF2-40B4-BE49-F238E27FC236}">
                <a16:creationId xmlns:a16="http://schemas.microsoft.com/office/drawing/2014/main" id="{235E7EAF-C7E5-E9F5-F514-1B8261DFC38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4973BF-4FE7-8D63-1DB3-107C128A137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Number Placeholder 6">
            <a:extLst>
              <a:ext uri="{FF2B5EF4-FFF2-40B4-BE49-F238E27FC236}">
                <a16:creationId xmlns:a16="http://schemas.microsoft.com/office/drawing/2014/main" id="{4023DCB2-B061-4C01-8CCA-230F4801D0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211E8A9-75E1-43F4-AB70-D6E8CCF1A956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39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82947" name="Slide Image Placeholder 1">
            <a:extLst>
              <a:ext uri="{FF2B5EF4-FFF2-40B4-BE49-F238E27FC236}">
                <a16:creationId xmlns:a16="http://schemas.microsoft.com/office/drawing/2014/main" id="{397600B7-B494-CA72-C512-D943C09A0F8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378E44-5888-64BF-4158-F7F09015A60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Number Placeholder 6">
            <a:extLst>
              <a:ext uri="{FF2B5EF4-FFF2-40B4-BE49-F238E27FC236}">
                <a16:creationId xmlns:a16="http://schemas.microsoft.com/office/drawing/2014/main" id="{8DF089FA-2B3F-EBA6-FE2A-02ED1ECE60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399ADAD-47E4-4BED-93A5-9A7BFE9ED20E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40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84995" name="Slide Image Placeholder 1">
            <a:extLst>
              <a:ext uri="{FF2B5EF4-FFF2-40B4-BE49-F238E27FC236}">
                <a16:creationId xmlns:a16="http://schemas.microsoft.com/office/drawing/2014/main" id="{BB1F6F0F-538F-56D3-C46D-89D49B517A2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8298B2-E80E-4E26-DBB8-2AE543DFB8F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Number Placeholder 6">
            <a:extLst>
              <a:ext uri="{FF2B5EF4-FFF2-40B4-BE49-F238E27FC236}">
                <a16:creationId xmlns:a16="http://schemas.microsoft.com/office/drawing/2014/main" id="{5690EE08-3A77-10E1-5D15-BDC3175CD2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4D90655-57D0-42DD-8E53-92AFC8872D2B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41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87043" name="Slide Image Placeholder 1">
            <a:extLst>
              <a:ext uri="{FF2B5EF4-FFF2-40B4-BE49-F238E27FC236}">
                <a16:creationId xmlns:a16="http://schemas.microsoft.com/office/drawing/2014/main" id="{CD2DC540-90DC-8D11-9D47-CD68E162E85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756F7D-246F-37CF-38B0-DC70EDBE782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Number Placeholder 6">
            <a:extLst>
              <a:ext uri="{FF2B5EF4-FFF2-40B4-BE49-F238E27FC236}">
                <a16:creationId xmlns:a16="http://schemas.microsoft.com/office/drawing/2014/main" id="{D23E355A-6555-8422-5F30-7B5DD13248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867E571-CB0B-47EC-937B-70C6A2B6180F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42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89091" name="Slide Image Placeholder 1">
            <a:extLst>
              <a:ext uri="{FF2B5EF4-FFF2-40B4-BE49-F238E27FC236}">
                <a16:creationId xmlns:a16="http://schemas.microsoft.com/office/drawing/2014/main" id="{6373D41F-2147-E1A0-D1CC-4D13886AB58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EF15B0-083F-71DE-271F-892173D57AB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Number Placeholder 6">
            <a:extLst>
              <a:ext uri="{FF2B5EF4-FFF2-40B4-BE49-F238E27FC236}">
                <a16:creationId xmlns:a16="http://schemas.microsoft.com/office/drawing/2014/main" id="{22CC5FF9-E3C3-C866-47B4-5237D152A8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454EB7D-AC45-4E91-80B3-943046FB9D7C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43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91139" name="Slide Image Placeholder 1">
            <a:extLst>
              <a:ext uri="{FF2B5EF4-FFF2-40B4-BE49-F238E27FC236}">
                <a16:creationId xmlns:a16="http://schemas.microsoft.com/office/drawing/2014/main" id="{891BEFCC-1EFC-576B-200B-8920EB65C95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DFE3DF-970D-8633-801F-8F88F054B9D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Number Placeholder 6">
            <a:extLst>
              <a:ext uri="{FF2B5EF4-FFF2-40B4-BE49-F238E27FC236}">
                <a16:creationId xmlns:a16="http://schemas.microsoft.com/office/drawing/2014/main" id="{70C3A6FE-E20A-336F-F1BB-B01A7EBB3D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832BAB2-4F98-44D4-A2E3-3565D6CCF480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44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93187" name="Slide Image Placeholder 1">
            <a:extLst>
              <a:ext uri="{FF2B5EF4-FFF2-40B4-BE49-F238E27FC236}">
                <a16:creationId xmlns:a16="http://schemas.microsoft.com/office/drawing/2014/main" id="{832ED5F0-1B34-5515-C14F-D7016971CAD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73B2CD-F157-7AC1-271B-14AA57F986E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Slide Number Placeholder 6">
            <a:extLst>
              <a:ext uri="{FF2B5EF4-FFF2-40B4-BE49-F238E27FC236}">
                <a16:creationId xmlns:a16="http://schemas.microsoft.com/office/drawing/2014/main" id="{25D4BB3A-63B8-2897-A678-243F3EBFE1E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07A5187-A832-46D0-A468-102E6A711AEC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45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95235" name="Slide Image Placeholder 1">
            <a:extLst>
              <a:ext uri="{FF2B5EF4-FFF2-40B4-BE49-F238E27FC236}">
                <a16:creationId xmlns:a16="http://schemas.microsoft.com/office/drawing/2014/main" id="{7A7BF592-988C-1B50-D475-2AC6E986E92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4E2701-F93D-1A3E-199C-6AC25DEA424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Number Placeholder 6">
            <a:extLst>
              <a:ext uri="{FF2B5EF4-FFF2-40B4-BE49-F238E27FC236}">
                <a16:creationId xmlns:a16="http://schemas.microsoft.com/office/drawing/2014/main" id="{13800CEF-53E9-FF65-5A13-A4106C2799F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A570E4C-B810-40BD-9ED1-C9C5A5B993D9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46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97283" name="Slide Image Placeholder 1">
            <a:extLst>
              <a:ext uri="{FF2B5EF4-FFF2-40B4-BE49-F238E27FC236}">
                <a16:creationId xmlns:a16="http://schemas.microsoft.com/office/drawing/2014/main" id="{143F4148-AA80-4ABB-FA6C-95AFCB8E5A2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97415D-3CB5-43D6-F856-77041A843FF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Slide Number Placeholder 6">
            <a:extLst>
              <a:ext uri="{FF2B5EF4-FFF2-40B4-BE49-F238E27FC236}">
                <a16:creationId xmlns:a16="http://schemas.microsoft.com/office/drawing/2014/main" id="{B42AC525-895D-CD41-9621-1D258B97E4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B72AFA9-CE42-483E-AECD-577F528BF314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47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99331" name="Slide Image Placeholder 1">
            <a:extLst>
              <a:ext uri="{FF2B5EF4-FFF2-40B4-BE49-F238E27FC236}">
                <a16:creationId xmlns:a16="http://schemas.microsoft.com/office/drawing/2014/main" id="{55119E1C-E553-0D4E-770A-E321C5A0395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6FA21C-B25C-0094-098F-636A667AF14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lide Number Placeholder 6">
            <a:extLst>
              <a:ext uri="{FF2B5EF4-FFF2-40B4-BE49-F238E27FC236}">
                <a16:creationId xmlns:a16="http://schemas.microsoft.com/office/drawing/2014/main" id="{CD93900D-CE9C-FB5D-8F0B-21105ED2B7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2E5A54F-0C2B-47F4-B470-22EC4DD4E09C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48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101379" name="Slide Image Placeholder 1">
            <a:extLst>
              <a:ext uri="{FF2B5EF4-FFF2-40B4-BE49-F238E27FC236}">
                <a16:creationId xmlns:a16="http://schemas.microsoft.com/office/drawing/2014/main" id="{F734A67E-128C-4EC5-8DF5-EE39A8590A8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F97664-156D-BF5A-2A69-3E02A8C8383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Slide Number Placeholder 6">
            <a:extLst>
              <a:ext uri="{FF2B5EF4-FFF2-40B4-BE49-F238E27FC236}">
                <a16:creationId xmlns:a16="http://schemas.microsoft.com/office/drawing/2014/main" id="{1171A4D0-F382-5F30-D200-BC299F2AD7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D6ED9AD-FA27-45F8-AED9-7CCAD52602BB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49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103427" name="Slide Image Placeholder 1">
            <a:extLst>
              <a:ext uri="{FF2B5EF4-FFF2-40B4-BE49-F238E27FC236}">
                <a16:creationId xmlns:a16="http://schemas.microsoft.com/office/drawing/2014/main" id="{7C41C47E-46AE-09AA-F87B-5B6228A5B68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047D6D-8FB2-9383-04BF-3557C749189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Slide Number Placeholder 6">
            <a:extLst>
              <a:ext uri="{FF2B5EF4-FFF2-40B4-BE49-F238E27FC236}">
                <a16:creationId xmlns:a16="http://schemas.microsoft.com/office/drawing/2014/main" id="{1C7190BF-5461-A97C-51B9-15F171F888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8117884-2EE7-4D9B-AA88-C086D8ADCE2E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50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105475" name="Slide Image Placeholder 1">
            <a:extLst>
              <a:ext uri="{FF2B5EF4-FFF2-40B4-BE49-F238E27FC236}">
                <a16:creationId xmlns:a16="http://schemas.microsoft.com/office/drawing/2014/main" id="{EC35A22A-3FE3-5136-9FE2-8EB4DCEC740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728681-6D52-D6D5-C66F-A7DF29E76C1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60E55-C1B6-C6A4-BFE0-42F630745BD8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AA3A93-711C-014A-2062-6834DC08B1D1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04D2B-C33B-C8C7-20DD-74F5C80221FB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B6D857-D7D1-4DF0-B69D-C5A5FED63E6F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7588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89E331-38A7-66C7-2BEF-8B359CDDB75C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E6A788-6CED-AC2E-8BE7-02B1C988B016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D988F-5975-698B-7BF8-3A8DD69CE055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C927B2-05D4-401F-802B-3C8604D415C0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84230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A7B42-2004-5E64-CF1E-9B534CA0D913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D0A759-2DA1-4EB5-A73C-60DBC88796EF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1670D-DB7D-4747-CDAF-F5B00D8A9816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D48D00-4D15-47BF-9D9E-B7F1D72EFB3B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6572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9287" cy="328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4925" y="1327150"/>
            <a:ext cx="4460875" cy="328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4191765-4E9D-EDAD-87A5-54492E8D9487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9E5AD8F-D718-8FCC-F8BF-97973806CBB9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C11B96-1B82-57FE-E898-9C80EB40A300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F5BC4F-7492-459D-B6DE-D9DB2F8707D6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8211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367E459-1941-5109-70C6-9736920E8895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C6E67F4-CE96-68E9-9D94-E0523FFC0835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4AF9BC7-A810-5D95-FFC1-495C9A12F160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C23F2A-F9BE-4596-91C9-F7663BAF225B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53675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871EE02-8855-F96E-8E70-85A76D34645C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4BA0B2D-E84B-960A-A04C-710AFE899C4B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638006C-AFA3-A16D-1AC8-FE0BB99EBD56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76A4DA-1171-4E8F-A4C7-D77E65ED2D3B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4794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54EABDF5-C65B-0339-55C1-9FEF7A64EB25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E429C6F-E953-3168-51A2-BDB587D90668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78F15DB-4433-5DFC-23E6-0D324A84DD61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FA0D76-0956-4B0F-B1BD-EACE0EE72FBC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585281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553BD0-8C54-A528-B970-3A1249C5E0DB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2F57B6-4E17-B81F-4F51-BFA0FA92127F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1EC8480-6D4E-B057-9C92-A37021A3F620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4BB565-3358-418F-AEF4-6A74759F9A30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0757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D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8FC2792-916B-1903-16CA-C149135A529B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1DAD352-A0F6-A005-14EF-4029C89F4CEE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68EF655-A402-5E25-121D-2816F8741044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C3B17B-2661-423B-8325-6E2AA6BDBD5E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4477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3544EF-6E1E-920F-EAD4-63FB6F1028B3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738BFE-9C7E-CBFC-8516-9F7A21C6BBB8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23AAD4-D2D2-E64C-9ECF-8FB63E919BC8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86EF90-9D85-4906-8102-35098BB62A6D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26531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8850" y="225425"/>
            <a:ext cx="2266950" cy="43894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3212" cy="43894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0486EE-F969-E3B5-0F3C-B6B5ADF65191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835253-41F1-F1F5-78E9-AEC8B1DFD5E8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8D4A0-D4AB-A85E-14ED-7C6259AD9F2A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EF267B-2F0B-41C8-8B1B-82F505900C52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3708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3A2FBD-B627-DEEE-6E40-9C7BFF20E2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238" y="225425"/>
            <a:ext cx="9072562" cy="9477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D54E8-B629-B9DB-A9EB-2A7932DC33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238" y="1327150"/>
            <a:ext cx="9072562" cy="32877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05923-6274-D133-2621-4DC0BFB95D10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238" y="5165725"/>
            <a:ext cx="2349500" cy="3905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noAutofit/>
          </a:bodyPr>
          <a:lstStyle>
            <a:lvl1pPr lvl="0" eaLnBrk="1" fontAlgn="auto" hangingPunct="0">
              <a:spcBef>
                <a:spcPts val="0"/>
              </a:spcBef>
              <a:spcAft>
                <a:spcPts val="0"/>
              </a:spcAft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AE8DC-BD60-05B5-6F55-C7A76F63EF02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8050" y="5165725"/>
            <a:ext cx="3194050" cy="3905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noAutofit/>
          </a:bodyPr>
          <a:lstStyle>
            <a:lvl1pPr lvl="0" algn="ctr" eaLnBrk="1" fontAlgn="auto" hangingPunct="0">
              <a:spcBef>
                <a:spcPts val="0"/>
              </a:spcBef>
              <a:spcAft>
                <a:spcPts val="0"/>
              </a:spcAft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76A4B-49EB-418A-A4EE-5DA0819DDBD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7888" y="5165725"/>
            <a:ext cx="2347912" cy="3905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noAutofit/>
          </a:bodyPr>
          <a:lstStyle>
            <a:lvl1pPr lvl="0" algn="r" eaLnBrk="1" fontAlgn="auto" hangingPunct="0">
              <a:spcBef>
                <a:spcPts val="0"/>
              </a:spcBef>
              <a:spcAft>
                <a:spcPts val="0"/>
              </a:spcAft>
              <a:buNone/>
              <a:tabLst/>
              <a:defRPr lang="en-US" sz="1400" kern="1200" smtClean="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>
              <a:defRPr/>
            </a:pPr>
            <a:fld id="{3C9F6445-A584-4E86-8467-B8717F5CB9B2}" type="slidenum">
              <a:rPr/>
              <a:pPr>
                <a:defRPr/>
              </a:pPr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lang="en-US" sz="4400" kern="1200">
          <a:solidFill>
            <a:schemeClr val="tx2"/>
          </a:solidFill>
          <a:highlight>
            <a:scrgbClr r="0" g="0" b="0">
              <a:alpha val="0"/>
            </a:scrgbClr>
          </a:highlight>
          <a:latin typeface="Liberation Sans" pitchFamily="1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iberation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iberation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iberation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iberation Sans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iberation Sans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iberation Sans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iberation Sans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iberation Sans"/>
        </a:defRPr>
      </a:lvl9pPr>
    </p:titleStyle>
    <p:bodyStyle>
      <a:lvl1pPr algn="l" rtl="0" eaLnBrk="0" fontAlgn="base" hangingPunct="0">
        <a:spcBef>
          <a:spcPts val="1413"/>
        </a:spcBef>
        <a:spcAft>
          <a:spcPct val="0"/>
        </a:spcAft>
        <a:defRPr lang="en-US" sz="3200" kern="1200">
          <a:solidFill>
            <a:schemeClr val="tx1"/>
          </a:solidFill>
          <a:highlight>
            <a:scrgbClr r="0" g="0" b="0">
              <a:alpha val="0"/>
            </a:scrgbClr>
          </a:highlight>
          <a:latin typeface="Liberation Sans" pitchFamily="18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2B547A51-EE03-A774-0268-2FDA35DE1C1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03999" y="225720"/>
            <a:ext cx="9071640" cy="4388760"/>
          </a:xfrm>
        </p:spPr>
        <p:txBody>
          <a:bodyPr anchor="ctr"/>
          <a:lstStyle/>
          <a:p>
            <a:pPr algn="ctr" eaLnBrk="1" fontAlgn="auto">
              <a:lnSpc>
                <a:spcPct val="150000"/>
              </a:lnSpc>
              <a:spcBef>
                <a:spcPts val="1417"/>
              </a:spcBef>
              <a:spcAft>
                <a:spcPts val="0"/>
              </a:spcAft>
              <a:defRPr/>
            </a:pPr>
            <a:r>
              <a:rPr sz="4400">
                <a:solidFill>
                  <a:sysClr val="windowText" lastClr="000000"/>
                </a:solidFill>
              </a:rPr>
              <a:t>σεαμαναν σιστεμ κομπυτερ</a:t>
            </a:r>
          </a:p>
          <a:p>
            <a:pPr algn="ctr" eaLnBrk="1" fontAlgn="auto">
              <a:lnSpc>
                <a:spcPct val="150000"/>
              </a:lnSpc>
              <a:spcBef>
                <a:spcPts val="1417"/>
              </a:spcBef>
              <a:spcAft>
                <a:spcPts val="0"/>
              </a:spcAft>
              <a:defRPr/>
            </a:pPr>
            <a:r>
              <a:rPr sz="4400">
                <a:solidFill>
                  <a:sysClr val="windowText" lastClr="000000"/>
                </a:solidFill>
              </a:rPr>
              <a:t>CEH3D3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AC5486-F9CB-1A1C-2BE4-3163AEB20D61}"/>
              </a:ext>
            </a:extLst>
          </p:cNvPr>
          <p:cNvSpPr txBox="1"/>
          <p:nvPr/>
        </p:nvSpPr>
        <p:spPr>
          <a:xfrm>
            <a:off x="4022725" y="3536950"/>
            <a:ext cx="2116138" cy="485775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compatLnSpc="0">
            <a:spAutoFit/>
          </a:bodyPr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>
                <a:latin typeface="Liberation Sans" pitchFamily="18"/>
                <a:ea typeface="Noto Sans CJK SC Regular" pitchFamily="2"/>
                <a:cs typeface="FreeSans" pitchFamily="2"/>
              </a:rPr>
              <a:t>κριπτογραφι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18E04-1682-D49E-AEE1-1ED0797E14A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Kriptologi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7AC59-1A73-FC57-00A8-ADB923BA0D1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Ilmu yang mempelajari tentang menyembunyikan.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Cruptos (= hidden) &amp; Logos (=study, science)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Kriptologi mempelajari metode enkripsi dan dekripsi pesan atau sinyal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Kriptologi terbagi menjadi 2 area :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Kriptografi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Kriptoanalisis</a:t>
            </a: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4DABA-31A7-5659-D65F-5999280132F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Kriptografi &amp; Kriptoanalisis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7B49CB-5EEE-8BDC-020F-F35DFE56DD9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Kriptografi dapat lebih dispesifikkan sebagai ilmu yang mempelajari teknik penyembunyian pesan atau data dengan sebuah kunci rahasia. Hanya orang yang memiliki hak yang dapat melakukan dekripsi dari pesan tersebut.</a:t>
            </a: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1B863-C49D-2485-75B9-675C9C9F774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Kriptografi &amp; Kriptoanalisis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4EE15F-D23B-2D77-5049-501570493D9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Kriptoanalisis merupakan teknik yang mempelajari dekripsi sebuah data rahasia tanpa mengetahui kunci yang digunakan. Atau sering disebut juga teknik hacking/cracking</a:t>
            </a: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D4707-7D68-877F-8EDF-799AC511D67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Kriptografi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44754C-CDB4-36C1-C72D-8738DDFB55B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Terdiri dari :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Kerahasiaan (Confidentiality)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Mencegah penyadapan data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Keutuhan (Integrity)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Menjamin data tidak diubah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Autentifikasi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Memeriksa pesan dikirim oleh orang yang benar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Non-repudiation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Meyakinkan pihak ke-3 akurasi dari pesan</a:t>
            </a:r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3511E-5DC8-9D63-C1B0-1F9EFFE1276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Terminologi</a:t>
            </a:r>
          </a:p>
        </p:txBody>
      </p:sp>
      <p:pic>
        <p:nvPicPr>
          <p:cNvPr id="14339" name="Picture 3">
            <a:extLst>
              <a:ext uri="{FF2B5EF4-FFF2-40B4-BE49-F238E27FC236}">
                <a16:creationId xmlns:a16="http://schemas.microsoft.com/office/drawing/2014/main" id="{65CA0FFB-EB2C-DBB5-BDCF-6BF45A36D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2688" y="1250950"/>
            <a:ext cx="7724775" cy="317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5B44F-5D3F-162C-044F-3CECC3C113F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Terminologi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8BF527-1030-4401-5251-1D42C6AF9DA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Cryptographer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Menemukan sistem kripto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Cryptanalyst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Memecahkan sistem kripto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Cryptology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Ilmu tentang sistem kripto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Cipher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Cara menenkripsi teks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Code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Terjemahan semantik: “burung” = “pesawat terbang”, “elang”=“pesawat tempur”, “lemper”=“torpedo” dll</a:t>
            </a:r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5F762-54F0-FFF3-1D7B-AB23FA7A204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Jenis-jenis Analisis Kripto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FD167C-0F96-971A-DF8A-4AB98479701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Tujuan : mendapatkan kunci (&amp; algoritma)</a:t>
            </a:r>
          </a:p>
        </p:txBody>
      </p:sp>
      <p:pic>
        <p:nvPicPr>
          <p:cNvPr id="18436" name="Picture 4">
            <a:extLst>
              <a:ext uri="{FF2B5EF4-FFF2-40B4-BE49-F238E27FC236}">
                <a16:creationId xmlns:a16="http://schemas.microsoft.com/office/drawing/2014/main" id="{6E4C082D-00EB-4D8D-0AB3-847EEF8E88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275" y="1893888"/>
            <a:ext cx="8959850" cy="338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CF029-182A-CD4F-26C0-BDE3A3B5E0A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755786-223E-E337-0962-DC23460C18C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  <p:pic>
        <p:nvPicPr>
          <p:cNvPr id="20484" name="Picture 4">
            <a:extLst>
              <a:ext uri="{FF2B5EF4-FFF2-40B4-BE49-F238E27FC236}">
                <a16:creationId xmlns:a16="http://schemas.microsoft.com/office/drawing/2014/main" id="{20B76A7F-1038-F325-67AE-62C1BFC5CC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238" y="365125"/>
            <a:ext cx="9090025" cy="466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70EEB-DC24-70C8-27F5-11ECEF0A499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One Time Pads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E553F1-2E85-B118-28E5-98300174898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238" y="1327150"/>
            <a:ext cx="4427537" cy="3287713"/>
          </a:xfrm>
        </p:spPr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AB8217-AD92-9729-533D-30A52ADDE21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152680" y="1326600"/>
            <a:ext cx="4426920" cy="3288239"/>
          </a:xfrm>
        </p:spPr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OTP merupakan teknik enkripsi yang tidak dapat dipecahkan jika digunakan dengan cara yang salah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Contoh OTP yang digunakan di NSA coded name DIANA, digunakan untuk converting plain text menjadi cipher text</a:t>
            </a:r>
          </a:p>
        </p:txBody>
      </p:sp>
      <p:pic>
        <p:nvPicPr>
          <p:cNvPr id="22533" name="Picture 5">
            <a:extLst>
              <a:ext uri="{FF2B5EF4-FFF2-40B4-BE49-F238E27FC236}">
                <a16:creationId xmlns:a16="http://schemas.microsoft.com/office/drawing/2014/main" id="{D9E0550A-8A14-DF0D-C892-159715C52A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163" y="1298575"/>
            <a:ext cx="4618037" cy="409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BA395-07FE-3665-42F3-3E6CD66511A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OTP Example</a:t>
            </a:r>
          </a:p>
        </p:txBody>
      </p:sp>
      <p:pic>
        <p:nvPicPr>
          <p:cNvPr id="24579" name="Picture 3">
            <a:extLst>
              <a:ext uri="{FF2B5EF4-FFF2-40B4-BE49-F238E27FC236}">
                <a16:creationId xmlns:a16="http://schemas.microsoft.com/office/drawing/2014/main" id="{BE42351C-1353-44C4-E18A-3B1896D24B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275" y="1279525"/>
            <a:ext cx="7027863" cy="162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0" name="Picture 4">
            <a:extLst>
              <a:ext uri="{FF2B5EF4-FFF2-40B4-BE49-F238E27FC236}">
                <a16:creationId xmlns:a16="http://schemas.microsoft.com/office/drawing/2014/main" id="{36995160-BE95-A771-D5E6-1D35C8F17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9963" y="2925763"/>
            <a:ext cx="7361237" cy="16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CDDB163-F4C5-3D8F-2EE6-FD2756BADB73}"/>
              </a:ext>
            </a:extLst>
          </p:cNvPr>
          <p:cNvSpPr txBox="1"/>
          <p:nvPr/>
        </p:nvSpPr>
        <p:spPr>
          <a:xfrm>
            <a:off x="587375" y="4754563"/>
            <a:ext cx="9036050" cy="290512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compatLnSpc="0">
            <a:spAutoFit/>
          </a:bodyPr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>
                <a:latin typeface="Liberation Sans" pitchFamily="18"/>
                <a:ea typeface="Noto Sans CJK SC Regular" pitchFamily="2"/>
                <a:cs typeface="FreeSans" pitchFamily="2"/>
              </a:rPr>
              <a:t>Model enkripsi seperti ini banyak ditemukan pada metode algoritma enkripsi monoalphabetik dan polyalphabetik</a:t>
            </a:r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61825-C24A-3C76-6220-E6CFD55B598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Caesar Cipher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18AEBF-4244-D3B4-B673-23537231360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Digunakan Julius Caesar (sekitar 75 BC)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Tambah 3 mod 26 (geser 3)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endParaRPr>
              <a:solidFill>
                <a:sysClr val="windowText" lastClr="000000"/>
              </a:solidFill>
            </a:endParaRP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endParaRPr>
              <a:solidFill>
                <a:sysClr val="windowText" lastClr="000000"/>
              </a:solidFill>
            </a:endParaRP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Kelebihan?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Sederhana, digunakan di medan perang, sebagian besar orang pada zaman itu buta huruf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Kekurangan?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Keamanan mengandalkan penyamaran, mudah untuk dipecahkan</a:t>
            </a:r>
          </a:p>
        </p:txBody>
      </p:sp>
      <p:pic>
        <p:nvPicPr>
          <p:cNvPr id="26628" name="Picture 4">
            <a:extLst>
              <a:ext uri="{FF2B5EF4-FFF2-40B4-BE49-F238E27FC236}">
                <a16:creationId xmlns:a16="http://schemas.microsoft.com/office/drawing/2014/main" id="{F4003D6B-BA68-BD97-AA5C-C3A4CF66FA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2775" y="1920875"/>
            <a:ext cx="1703388" cy="108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8F21F-849E-B09F-18FF-C17048A25EC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Cipher Monoalphabetik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34D60A-3DFF-1A4E-E9BE-EFD22484837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a.k.a cipher subtitusi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Cipher monoalphabetik umum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Melakukan permutasi dari alphabet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Kuncinya di permutasi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endParaRPr lang="en-US" sz="3200">
              <a:highlight>
                <a:scrgbClr r="0" g="0" b="0">
                  <a:alpha val="0"/>
                </a:scrgbClr>
              </a:highlight>
              <a:latin typeface="Liberation Sans" pitchFamily="18"/>
            </a:endParaRP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endParaRPr lang="en-US" sz="3200">
              <a:highlight>
                <a:scrgbClr r="0" g="0" b="0">
                  <a:alpha val="0"/>
                </a:scrgbClr>
              </a:highlight>
              <a:latin typeface="Liberation Sans" pitchFamily="18"/>
            </a:endParaRP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Monoalphabetic Cipher (Cipher abjad tunggal) adalah enkripsi metode subtitusi yang memetakan tiap-tiap abjad dengan abjad lain secara random, bukan metode pergeseran seperti Caesar cipher. Misal A -&gt; D, B -&gt; I, C -&gt; Q dan seterusnya.</a:t>
            </a:r>
          </a:p>
        </p:txBody>
      </p:sp>
      <p:pic>
        <p:nvPicPr>
          <p:cNvPr id="28676" name="Picture 4">
            <a:extLst>
              <a:ext uri="{FF2B5EF4-FFF2-40B4-BE49-F238E27FC236}">
                <a16:creationId xmlns:a16="http://schemas.microsoft.com/office/drawing/2014/main" id="{6D2DF913-E743-B931-FDA2-E871620349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4563" y="2293938"/>
            <a:ext cx="238125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64D42-F7AD-1785-4A24-0B16073B49A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Substitusi Monoalphabetik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84432D-26F3-2DAB-7E8A-CC3C625DB1E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Plain Text : TELKOM UNIVERSITY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Cipher Text : IVWURQ XNDEVJODIZ</a:t>
            </a:r>
          </a:p>
        </p:txBody>
      </p:sp>
      <p:pic>
        <p:nvPicPr>
          <p:cNvPr id="30724" name="Picture 4">
            <a:extLst>
              <a:ext uri="{FF2B5EF4-FFF2-40B4-BE49-F238E27FC236}">
                <a16:creationId xmlns:a16="http://schemas.microsoft.com/office/drawing/2014/main" id="{4B5B5720-6799-5876-EBF2-394D76F921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7638" y="2614613"/>
            <a:ext cx="7361237" cy="2541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>
            <a:extLst>
              <a:ext uri="{FF2B5EF4-FFF2-40B4-BE49-F238E27FC236}">
                <a16:creationId xmlns:a16="http://schemas.microsoft.com/office/drawing/2014/main" id="{D38B4AF7-02C6-7C37-C1F1-C6FBBECB7D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55" t="15477" r="27779" b="3839"/>
          <a:stretch>
            <a:fillRect/>
          </a:stretch>
        </p:blipFill>
        <p:spPr bwMode="auto">
          <a:xfrm>
            <a:off x="2378075" y="182563"/>
            <a:ext cx="5302250" cy="5303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967DB-9FD3-B8EC-302B-DC722A2DF31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Jogja Cipher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47B427-3844-B91F-E021-CA95D0BE447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Ha ----- Pa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Na ----- Dha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Ca ----- Ja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Ra ----- Ya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Ka ----- Nya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Da ----- Ma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Ta ----- Ga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Sa ----- Ba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Wa ----- Tha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La ----- Nga</a:t>
            </a:r>
          </a:p>
        </p:txBody>
      </p:sp>
      <p:pic>
        <p:nvPicPr>
          <p:cNvPr id="34820" name="Picture 4">
            <a:extLst>
              <a:ext uri="{FF2B5EF4-FFF2-40B4-BE49-F238E27FC236}">
                <a16:creationId xmlns:a16="http://schemas.microsoft.com/office/drawing/2014/main" id="{16566C3C-500E-1666-E85A-202722265E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6638" y="1327150"/>
            <a:ext cx="4389437" cy="342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1BC59-B080-2C0F-E460-E0A51E1CACB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Jogja Cipher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AFF232-A0FE-29FA-3F45-FA178C067DE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DAGADU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MOTHIG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DHEPOYAPIBOPOYAHOHO</a:t>
            </a:r>
          </a:p>
        </p:txBody>
      </p:sp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80980-6BD1-64E1-6299-FAE9FBB25ED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>
            <a:spAutoFit/>
          </a:bodyPr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Cipher Transposisional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BFC630-9857-8E59-4CAC-3F4B925B896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152680" y="1326600"/>
            <a:ext cx="4426920" cy="3288239"/>
          </a:xfrm>
        </p:spPr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Digunakan pada PD II oleh Jerman dalam mesin Enigma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Pada Enigma transposisi dilakukan 6 kali dengan 3 mesin rotor</a:t>
            </a:r>
          </a:p>
        </p:txBody>
      </p:sp>
      <p:pic>
        <p:nvPicPr>
          <p:cNvPr id="38916" name="Picture 4">
            <a:extLst>
              <a:ext uri="{FF2B5EF4-FFF2-40B4-BE49-F238E27FC236}">
                <a16:creationId xmlns:a16="http://schemas.microsoft.com/office/drawing/2014/main" id="{6378969A-F555-E85E-665B-65D7D47CF8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625" y="1327150"/>
            <a:ext cx="3360738" cy="356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27D93-4AAB-2BDF-EAE5-3B39CAEB100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Rail Fence 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AB445F-4C45-BD7F-CBB3-3AA771BC724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Plaintext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REPEAT ATTACK TONIGHT</a:t>
            </a:r>
          </a:p>
        </p:txBody>
      </p:sp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DC7A7-9B0C-5961-D08B-FA06738DCB8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6136B1-5204-C9BD-AFAC-E4A044365D5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  <p:pic>
        <p:nvPicPr>
          <p:cNvPr id="43012" name="Picture 4">
            <a:extLst>
              <a:ext uri="{FF2B5EF4-FFF2-40B4-BE49-F238E27FC236}">
                <a16:creationId xmlns:a16="http://schemas.microsoft.com/office/drawing/2014/main" id="{B5E9DDDF-5D14-736C-84D3-FFABEC96B1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875" y="227013"/>
            <a:ext cx="7400925" cy="544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9AA83-FFE7-1B81-B8BA-F7E0D0D3243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2C0CE-6C86-CC12-2460-74343666FCC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  <p:pic>
        <p:nvPicPr>
          <p:cNvPr id="45060" name="Picture 4">
            <a:extLst>
              <a:ext uri="{FF2B5EF4-FFF2-40B4-BE49-F238E27FC236}">
                <a16:creationId xmlns:a16="http://schemas.microsoft.com/office/drawing/2014/main" id="{1504D85B-BD44-36CC-5EC1-28161023CE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6238" y="225425"/>
            <a:ext cx="6884987" cy="5078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FF37-DDEE-2342-AC82-087A467D8AA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Malang Cipher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E65E47-6C91-7856-4D0F-9EA284D6875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Kera ngalam ----- Arek Malang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Bojo ----- Ojob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Mulih ----- Hilum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Nendes kombet nakam oges lecep</a:t>
            </a:r>
          </a:p>
        </p:txBody>
      </p:sp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75F77-2744-1D19-1E2E-3212CF6672D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443376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P-Box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1A4FC-DFD9-DF71-8D8B-9A643700E75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152680" y="457200"/>
            <a:ext cx="4426920" cy="4157640"/>
          </a:xfrm>
        </p:spPr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Permutation Box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Merupakan hardware yang digunakan untuk menukarkan posisi bit dalam karakter ASCII, sehingga jika dibaca langsung pada output tidak akan membentuk karater yang sesungguhnya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1 = 31h menggunakan P-box diatas menjadi 4Ah = J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Penggunaan P-box hanya satu arah, berarti proses dekripsi harus menggunakan p-box mirrornya</a:t>
            </a:r>
          </a:p>
        </p:txBody>
      </p:sp>
      <p:pic>
        <p:nvPicPr>
          <p:cNvPr id="49156" name="Picture 4">
            <a:extLst>
              <a:ext uri="{FF2B5EF4-FFF2-40B4-BE49-F238E27FC236}">
                <a16:creationId xmlns:a16="http://schemas.microsoft.com/office/drawing/2014/main" id="{35DCAF4C-2CC9-D168-FAA1-B3DFFF8D3F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838" y="1327150"/>
            <a:ext cx="4022725" cy="335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9A99F-B8D3-FDB0-C15F-8DF17A63DA3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443376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S-Box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19902C-14FA-9A25-F961-5EC9873DAC4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152680" y="457200"/>
            <a:ext cx="4426920" cy="4157640"/>
          </a:xfrm>
        </p:spPr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Subtitution Box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Penggunaan P-box bisa dikembangkan lebih jauh menjadi S-box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Misal dalam gambar di kiri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Input 001 akan menyebabkan output 010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Input 111 akan menyebabkan output 100</a:t>
            </a:r>
          </a:p>
        </p:txBody>
      </p:sp>
      <p:pic>
        <p:nvPicPr>
          <p:cNvPr id="51204" name="Picture 4">
            <a:extLst>
              <a:ext uri="{FF2B5EF4-FFF2-40B4-BE49-F238E27FC236}">
                <a16:creationId xmlns:a16="http://schemas.microsoft.com/office/drawing/2014/main" id="{F6FCF761-52FD-944E-7E27-5CB0734E5B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13" y="1173163"/>
            <a:ext cx="3694112" cy="4046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9CA06-631E-846D-63CD-6E41413BA07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443376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Product Block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A100D4-803F-8F8E-3E5F-33EAA11B183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152680" y="457200"/>
            <a:ext cx="4426920" cy="4157640"/>
          </a:xfrm>
        </p:spPr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Produk blok akan menenkrip dan mendekrip karakter plainteks menjadi cipherteks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Setiap S-blox yang digunakan boleh tidak sama, yang akan menyebabkan proses semakin kompleks</a:t>
            </a:r>
          </a:p>
        </p:txBody>
      </p:sp>
      <p:pic>
        <p:nvPicPr>
          <p:cNvPr id="53252" name="Picture 4">
            <a:extLst>
              <a:ext uri="{FF2B5EF4-FFF2-40B4-BE49-F238E27FC236}">
                <a16:creationId xmlns:a16="http://schemas.microsoft.com/office/drawing/2014/main" id="{7BF57508-7240-F6F8-DCD0-46DC8C27D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238" y="1149350"/>
            <a:ext cx="4429125" cy="397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1BEF7-6269-BD0C-2364-396D2FF2665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Analisis Kripto Monoalphabetik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9B3A3B-D631-520C-F192-E0AE8E10781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Serangan “brute force” : coba setiap kunci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N! kemungkinan permutasi untuk N huruf alphabet</a:t>
            </a:r>
          </a:p>
          <a:p>
            <a:pPr lvl="2" fontAlgn="auto" hangingPunct="0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26! ≈ 4 x 1028 kemungkinan kunci</a:t>
            </a:r>
          </a:p>
          <a:p>
            <a:pPr lvl="2" fontAlgn="auto" hangingPunct="0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Jika 1 percobaan : 1 us → 10 triliun tahun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Tapi ada cara serangan yang lebih cerdas sehingga tidak perlu selama itu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Pengamatan pemetaan satu huruf ke satu huruf lain tidak bagus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Distribusi frekuensi huruf umum tetap</a:t>
            </a:r>
          </a:p>
        </p:txBody>
      </p:sp>
    </p:spTree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7F8ED-09EF-FB87-9926-9965D1E0424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3600">
                <a:solidFill>
                  <a:sysClr val="windowText" lastClr="000000"/>
                </a:solidFill>
              </a:rPr>
              <a:t>Urutan &amp; Frekuensi Huruf Bahasa Inggris</a:t>
            </a:r>
          </a:p>
        </p:txBody>
      </p:sp>
      <p:pic>
        <p:nvPicPr>
          <p:cNvPr id="57347" name="Picture 3">
            <a:extLst>
              <a:ext uri="{FF2B5EF4-FFF2-40B4-BE49-F238E27FC236}">
                <a16:creationId xmlns:a16="http://schemas.microsoft.com/office/drawing/2014/main" id="{969A4FDC-CD02-768E-E1B1-B3EE278455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230313"/>
            <a:ext cx="5465763" cy="425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31A55-C28D-8244-A5E4-9D9FAF1016D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Analisis Kripto Monoalphabetik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EF6B72-D894-C4BE-3E6E-CE01E0685F3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Hitung frekuensi setiap huruf di ciphertext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Sesuaikan dengan statistik huruf Inggris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Huruf yang paling sering keluar kemungkinan besar huruf “e”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Kedua tersering kemungkinan “t”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Dst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Ciphertext yang lebih panjang membuat teknik ini lebih mungkin berhasil</a:t>
            </a:r>
          </a:p>
        </p:txBody>
      </p:sp>
    </p:spTree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0DB7C-7E6F-41E8-553D-DAF829853B7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Diagram &amp; Trigram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1886C3-F0D2-11D2-3413-DEEEBBE38CB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Urutan frekuensi diagram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TH HE AN IN ER RE ES ON EA TI AT ST EN ND OR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Urutan frekuensi trigram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THE AND THA ENT ION TIO FOR NDE HAS NCE EDT TIS OFT STH MEN</a:t>
            </a:r>
          </a:p>
        </p:txBody>
      </p:sp>
    </p:spTree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A4860-7DC9-29BE-2EBA-1AF6439BA51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Statistik Yang Diinginkan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397012-F6F0-89AD-9792-136F6D4EC7E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sz="2200">
                <a:solidFill>
                  <a:sysClr val="windowText" lastClr="000000"/>
                </a:solidFill>
              </a:rPr>
              <a:t>Masalah di cipher monoalphabetik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20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Frekuensi huruf di ciphertext menyatakan frekuensi dari plaintext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sz="2200">
                <a:solidFill>
                  <a:sysClr val="windowText" lastClr="000000"/>
                </a:solidFill>
              </a:rPr>
              <a:t>Diinginkan pemetaan satu huruf plaintext ke banyak huruf ciphertext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20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e → x, c, w dst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sz="2200">
                <a:solidFill>
                  <a:sysClr val="windowText" lastClr="000000"/>
                </a:solidFill>
              </a:rPr>
              <a:t>Idealnya frekuensi ciphertext ‘rata’</a:t>
            </a:r>
          </a:p>
        </p:txBody>
      </p:sp>
      <p:pic>
        <p:nvPicPr>
          <p:cNvPr id="63492" name="Picture 4">
            <a:extLst>
              <a:ext uri="{FF2B5EF4-FFF2-40B4-BE49-F238E27FC236}">
                <a16:creationId xmlns:a16="http://schemas.microsoft.com/office/drawing/2014/main" id="{35EDA96D-1EC4-A847-0BCC-91F9E2BF96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8313" y="3546475"/>
            <a:ext cx="6856412" cy="183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85F0D-F1CB-55EC-76A4-216151B2E34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Substitusi Polialphabetik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D34350-7F25-4690-C444-2382B85CFE3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Ambil k cipher subtitusi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1, 2, 3… k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Enkripsi pesan secara berputar melalui k subtitusi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endParaRPr>
              <a:solidFill>
                <a:sysClr val="windowText" lastClr="000000"/>
              </a:solidFill>
            </a:endParaRP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endParaRPr>
              <a:solidFill>
                <a:sysClr val="windowText" lastClr="000000"/>
              </a:solidFill>
            </a:endParaRP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endParaRPr>
              <a:solidFill>
                <a:sysClr val="windowText" lastClr="000000"/>
              </a:solidFill>
            </a:endParaRP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Huruf yang sama dipetakan ke berbagai huruf ciphertext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Meratakan distribusi frekuensi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Diffusi</a:t>
            </a:r>
          </a:p>
        </p:txBody>
      </p:sp>
      <p:pic>
        <p:nvPicPr>
          <p:cNvPr id="65540" name="Picture 4">
            <a:extLst>
              <a:ext uri="{FF2B5EF4-FFF2-40B4-BE49-F238E27FC236}">
                <a16:creationId xmlns:a16="http://schemas.microsoft.com/office/drawing/2014/main" id="{B0D34BD4-FA98-C592-7AE1-4B3310A087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175" y="2398713"/>
            <a:ext cx="4227513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4FD14-AE86-4E78-BE19-D5A9AE5F17D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Tabel Vigenere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CC1BBA-0B53-73F1-7118-EA9E34F1A95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Subtitusi Jamak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Bisa memilih cipher “complementer” sehingga distribusi frekuensi bisa lebih rata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Umum : lebih banyak subtitusi berarti distrbusi lebih rata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Tabel Vigenere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Ditemukan oleh Blaise de Vigenere untuk Henry III raja Prancis sekitar th 1500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Kumpulan dari 26 permutasi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Biasanya berupa grid 26 x 26 • Kuncinya sebuah kata</a:t>
            </a:r>
          </a:p>
        </p:txBody>
      </p:sp>
    </p:spTree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4492C-6AC7-64A2-C013-126C36683E4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>
            <a:spAutoFit/>
          </a:bodyPr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Vigenere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E31FC7-6A95-3527-2764-E7457C9B8F5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152680" y="1326600"/>
            <a:ext cx="4426920" cy="3288239"/>
          </a:xfrm>
        </p:spPr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Enkripsi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1. Buat keyword secara berulang sepanjang plainteks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2. Cari huruf pada tabel yang sesuai dengan kombinasi nomor baris huruf key dan nomor kolom huruf plainteks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3. Secara matematik: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cipher = plain+key mod 26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Dekripsi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1. Cara huruf pada tabel yang sesuai dengan kombinasi nomor baris huruf key dan nomor kolom huruf cipher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2. Secara matematik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plain = cipher – key mod 26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Plaintext     : A BAD DEED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Kunci ‘bed’ ; B EDB EDBE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Ciphertext  ; B FDE HGFH</a:t>
            </a:r>
          </a:p>
        </p:txBody>
      </p:sp>
      <p:pic>
        <p:nvPicPr>
          <p:cNvPr id="69636" name="Picture 4">
            <a:extLst>
              <a:ext uri="{FF2B5EF4-FFF2-40B4-BE49-F238E27FC236}">
                <a16:creationId xmlns:a16="http://schemas.microsoft.com/office/drawing/2014/main" id="{20B47C7A-DF83-D536-D24F-F3AA5BDFF8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131888"/>
            <a:ext cx="4664075" cy="421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FFC68-A9F3-1CE5-24ED-A99508FAD68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Kelemahan Subtitusi Polyalphabetik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5645CE-488B-8D09-B9CC-4A5C83634B2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Masalah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Jika pola terjadi k kali dan panjang kunci n maka akan dikodekan k/n kali oleh kunci yang sama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Contoh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Plaintext		    	: </a:t>
            </a: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Courier New" pitchFamily="49"/>
              </a:rPr>
              <a:t>THEBOYHASTHEBAG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Kunci ‘big’  	: </a:t>
            </a: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Courier New" pitchFamily="49"/>
              </a:rPr>
              <a:t>BIGBIGBIGBIGBIG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Ciphertext  	: </a:t>
            </a: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Courier New" pitchFamily="49"/>
              </a:rPr>
              <a:t>OPKWWECIYOPKWIM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Telihat bahwa OPK terjadi 2 kali, dan berjarak kelipatan kunci (9)</a:t>
            </a:r>
          </a:p>
        </p:txBody>
      </p:sp>
    </p:spTree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FA773-D840-9943-42C6-AD17EF2D831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>
            <a:spAutoFit/>
          </a:bodyPr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Playfair Cipher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4BFB25-9199-70CB-387F-01D00152442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152680" y="1326600"/>
            <a:ext cx="4426920" cy="3288239"/>
          </a:xfrm>
        </p:spPr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sz="2400">
                <a:solidFill>
                  <a:sysClr val="windowText" lastClr="000000"/>
                </a:solidFill>
              </a:rPr>
              <a:t>Menggunakan tabel 5x5 yang berisikan alphabet yang akan diisikan dengan kunci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sz="2400">
                <a:solidFill>
                  <a:sysClr val="windowText" lastClr="000000"/>
                </a:solidFill>
              </a:rPr>
              <a:t>Memisahkan plaintext menjadi digraf (2 huruf)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sz="2400">
                <a:solidFill>
                  <a:sysClr val="windowText" lastClr="000000"/>
                </a:solidFill>
              </a:rPr>
              <a:t>“Hello World” → “HE LL OW OR LD”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sz="2400">
                <a:solidFill>
                  <a:sysClr val="windowText" lastClr="000000"/>
                </a:solidFill>
              </a:rPr>
              <a:t>Memiliki 4 aturan utama</a:t>
            </a:r>
          </a:p>
        </p:txBody>
      </p:sp>
      <p:pic>
        <p:nvPicPr>
          <p:cNvPr id="73732" name="Picture 4">
            <a:extLst>
              <a:ext uri="{FF2B5EF4-FFF2-40B4-BE49-F238E27FC236}">
                <a16:creationId xmlns:a16="http://schemas.microsoft.com/office/drawing/2014/main" id="{7972CC85-F1EB-6566-40E9-BC654169A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475" y="1438275"/>
            <a:ext cx="4037013" cy="240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F5612-2061-D1ED-579E-2CB05EBA9E1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Aturan Playfair Cipher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826D1-0EC3-8C64-468C-ADDFF8F55E3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tabLst>
                <a:tab pos="345240" algn="l"/>
              </a:tabLst>
              <a:defRPr/>
            </a:pPr>
            <a:r>
              <a:rPr>
                <a:solidFill>
                  <a:sysClr val="windowText" lastClr="000000"/>
                </a:solidFill>
              </a:rPr>
              <a:t>1. Jika terdapat 2 buah huruf yang sama atau sisa 1 huruf, huruf pertama akan diberikan huruf “X” sebagai huruf tambahan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2. Jika terdapat huruf-huruf yang berada pada 1 baris pada tabel, maka substitusikan dengan huruf-huruf yang berada di sebelah kanan huruf tersebut (wrap ke kiri jika dibutuhkan)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3. Jika terdapat huruf-huruf yang berada pada 1 kolom pada tabel, maka substitusikan dengan huruf yang berada pada bawah dari huruf tersebut (wrap ke atas jika dibutuhkan)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4. Jika terdapat huruf yang berada pada baris dan kolom yang berbeda, substitusikan dengan huruf yang berada pada baris yang sama dan memiliki posisi kolom yang sama dengan huruf yang lain</a:t>
            </a:r>
          </a:p>
        </p:txBody>
      </p:sp>
    </p:spTree>
  </p:cSld>
  <p:clrMapOvr>
    <a:masterClrMapping/>
  </p:clrMapOvr>
  <p:transition spd="slow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50D04-1FF6-A7C2-CE90-FAA333C7D13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Playfair Cipher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AA614E-8B90-BFC9-C1B6-C3030941F76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Kunci : PLAYFAIREXAMPLE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Plain teks : Hide the gold in the tree stump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endParaRPr>
              <a:solidFill>
                <a:sysClr val="windowText" lastClr="000000"/>
              </a:solidFill>
            </a:endParaRP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Digraf:</a:t>
            </a:r>
          </a:p>
          <a:p>
            <a:pPr algn="ctr"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  <a:latin typeface="Courier New" pitchFamily="49"/>
              </a:rPr>
              <a:t>HI DE TH EG OL DI NT HE TR </a:t>
            </a:r>
            <a:r>
              <a:rPr>
                <a:solidFill>
                  <a:srgbClr val="CE181E"/>
                </a:solidFill>
                <a:latin typeface="Courier New" pitchFamily="49"/>
              </a:rPr>
              <a:t>EE</a:t>
            </a:r>
            <a:r>
              <a:rPr>
                <a:solidFill>
                  <a:sysClr val="windowText" lastClr="000000"/>
                </a:solidFill>
                <a:latin typeface="Courier New" pitchFamily="49"/>
              </a:rPr>
              <a:t> ST UM P</a:t>
            </a:r>
          </a:p>
          <a:p>
            <a:pPr algn="ctr"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  <a:latin typeface="Courier New" pitchFamily="49"/>
              </a:rPr>
              <a:t>HI DE TH EG OL DI NT HE TR </a:t>
            </a:r>
            <a:r>
              <a:rPr>
                <a:solidFill>
                  <a:srgbClr val="CE181E"/>
                </a:solidFill>
                <a:latin typeface="Courier New" pitchFamily="49"/>
              </a:rPr>
              <a:t>EX E</a:t>
            </a:r>
            <a:r>
              <a:rPr>
                <a:solidFill>
                  <a:sysClr val="windowText" lastClr="000000"/>
                </a:solidFill>
                <a:latin typeface="Courier New" pitchFamily="49"/>
              </a:rPr>
              <a:t>S TU MP</a:t>
            </a:r>
          </a:p>
        </p:txBody>
      </p:sp>
    </p:spTree>
  </p:cSld>
  <p:clrMapOvr>
    <a:masterClrMapping/>
  </p:clrMapOvr>
  <p:transition spd="slow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48197-B528-E030-FF06-F0B352FF1EF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Playfair Cipher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BC4D32-9ACF-E3B8-A1F2-41BF92BF10F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Key : “PLAYFAIREXAMPLE”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6FB7505-705E-C83A-00C9-AF4789E4D0F0}"/>
              </a:ext>
            </a:extLst>
          </p:cNvPr>
          <p:cNvGraphicFramePr>
            <a:graphicFrameLocks noGrp="1"/>
          </p:cNvGraphicFramePr>
          <p:nvPr/>
        </p:nvGraphicFramePr>
        <p:xfrm>
          <a:off x="2593975" y="1868488"/>
          <a:ext cx="5075238" cy="3600450"/>
        </p:xfrm>
        <a:graphic>
          <a:graphicData uri="http://schemas.openxmlformats.org/drawingml/2006/table">
            <a:tbl>
              <a:tblPr>
                <a:tableStyleId>{6C5C8CDE-FB85-463C-9B54-127742273E54}</a:tableStyleId>
              </a:tblPr>
              <a:tblGrid>
                <a:gridCol w="1014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47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47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47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9802"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FreeSans" pitchFamily="2"/>
                        </a:rPr>
                        <a:t>P</a:t>
                      </a:r>
                    </a:p>
                  </a:txBody>
                  <a:tcPr marL="91433" marR="91433" marT="45730" marB="45730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800"/>
                      </a:pPr>
                      <a:r>
                        <a:rPr lang="en-US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FreeSans" pitchFamily="2"/>
                        </a:rPr>
                        <a:t>L</a:t>
                      </a:r>
                    </a:p>
                  </a:txBody>
                  <a:tcPr marL="91433" marR="91433" marT="45730" marB="45730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800"/>
                      </a:pPr>
                      <a:r>
                        <a:rPr lang="en-US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FreeSans" pitchFamily="2"/>
                        </a:rPr>
                        <a:t>A</a:t>
                      </a:r>
                    </a:p>
                  </a:txBody>
                  <a:tcPr marL="91433" marR="91433" marT="45730" marB="45730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800"/>
                      </a:pPr>
                      <a:r>
                        <a:rPr lang="en-US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FreeSans" pitchFamily="2"/>
                        </a:rPr>
                        <a:t>Y</a:t>
                      </a:r>
                    </a:p>
                  </a:txBody>
                  <a:tcPr marL="91433" marR="91433" marT="45730" marB="45730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800"/>
                      </a:pPr>
                      <a:r>
                        <a:rPr lang="en-US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FreeSans" pitchFamily="2"/>
                        </a:rPr>
                        <a:t>F </a:t>
                      </a:r>
                      <a:r>
                        <a:rPr lang="en-US" sz="1800" b="0" i="0" u="none" strike="noStrike" kern="1200" cap="none">
                          <a:ln>
                            <a:noFill/>
                          </a:ln>
                          <a:solidFill>
                            <a:srgbClr val="CE181E"/>
                          </a:solidFill>
                          <a:latin typeface="Liberation Sans" pitchFamily="18"/>
                          <a:ea typeface="Noto Sans CJK SC Regular" pitchFamily="2"/>
                          <a:cs typeface="FreeSans" pitchFamily="2"/>
                        </a:rPr>
                        <a:t>a</a:t>
                      </a:r>
                    </a:p>
                  </a:txBody>
                  <a:tcPr marL="91433" marR="91433" marT="45730" marB="4573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9802"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800"/>
                      </a:pPr>
                      <a:r>
                        <a:rPr lang="en-US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FreeSans" pitchFamily="2"/>
                        </a:rPr>
                        <a:t>I</a:t>
                      </a:r>
                    </a:p>
                  </a:txBody>
                  <a:tcPr marL="91433" marR="91433" marT="45730" marB="45730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800"/>
                      </a:pPr>
                      <a:r>
                        <a:rPr lang="en-US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FreeSans" pitchFamily="2"/>
                        </a:rPr>
                        <a:t>R</a:t>
                      </a:r>
                    </a:p>
                  </a:txBody>
                  <a:tcPr marL="91433" marR="91433" marT="45730" marB="45730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800"/>
                      </a:pPr>
                      <a:r>
                        <a:rPr lang="en-US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FreeSans" pitchFamily="2"/>
                        </a:rPr>
                        <a:t>E</a:t>
                      </a:r>
                    </a:p>
                  </a:txBody>
                  <a:tcPr marL="91433" marR="91433" marT="45730" marB="45730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800"/>
                      </a:pPr>
                      <a:r>
                        <a:rPr lang="en-US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FreeSans" pitchFamily="2"/>
                        </a:rPr>
                        <a:t>X </a:t>
                      </a:r>
                      <a:r>
                        <a:rPr lang="en-US" sz="1800" b="0" i="0" u="none" strike="noStrike" kern="1200" cap="none">
                          <a:ln>
                            <a:noFill/>
                          </a:ln>
                          <a:solidFill>
                            <a:srgbClr val="CE181E"/>
                          </a:solidFill>
                          <a:latin typeface="Liberation Sans" pitchFamily="18"/>
                          <a:ea typeface="Noto Sans CJK SC Regular" pitchFamily="2"/>
                          <a:cs typeface="FreeSans" pitchFamily="2"/>
                        </a:rPr>
                        <a:t>a</a:t>
                      </a:r>
                    </a:p>
                  </a:txBody>
                  <a:tcPr marL="91433" marR="91433" marT="45730" marB="45730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800"/>
                      </a:pPr>
                      <a:r>
                        <a:rPr lang="en-US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FreeSans" pitchFamily="2"/>
                        </a:rPr>
                        <a:t>M </a:t>
                      </a:r>
                      <a:r>
                        <a:rPr lang="en-US" sz="1800" b="0" i="0" u="none" strike="noStrike" kern="1200" cap="none">
                          <a:ln>
                            <a:noFill/>
                          </a:ln>
                          <a:solidFill>
                            <a:srgbClr val="CE181E"/>
                          </a:solidFill>
                          <a:latin typeface="Liberation Sans" pitchFamily="18"/>
                          <a:ea typeface="Noto Sans CJK SC Regular" pitchFamily="2"/>
                          <a:cs typeface="FreeSans" pitchFamily="2"/>
                        </a:rPr>
                        <a:t>ple a</a:t>
                      </a:r>
                    </a:p>
                  </a:txBody>
                  <a:tcPr marL="91433" marR="91433" marT="45730" marB="4573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9802"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800"/>
                      </a:pPr>
                      <a:r>
                        <a:rPr lang="en-US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FreeSans" pitchFamily="2"/>
                        </a:rPr>
                        <a:t>B</a:t>
                      </a:r>
                    </a:p>
                  </a:txBody>
                  <a:tcPr marL="91433" marR="91433" marT="45730" marB="45730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800"/>
                      </a:pPr>
                      <a:r>
                        <a:rPr lang="en-US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FreeSans" pitchFamily="2"/>
                        </a:rPr>
                        <a:t>C</a:t>
                      </a:r>
                    </a:p>
                  </a:txBody>
                  <a:tcPr marL="91433" marR="91433" marT="45730" marB="45730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800"/>
                      </a:pPr>
                      <a:r>
                        <a:rPr lang="en-US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FreeSans" pitchFamily="2"/>
                        </a:rPr>
                        <a:t>D </a:t>
                      </a:r>
                      <a:r>
                        <a:rPr lang="en-US" sz="1800" b="0" i="0" u="none" strike="noStrike" kern="1200" cap="none">
                          <a:ln>
                            <a:noFill/>
                          </a:ln>
                          <a:solidFill>
                            <a:srgbClr val="CE181E"/>
                          </a:solidFill>
                          <a:latin typeface="Liberation Sans" pitchFamily="18"/>
                          <a:ea typeface="Noto Sans CJK SC Regular" pitchFamily="2"/>
                          <a:cs typeface="FreeSans" pitchFamily="2"/>
                        </a:rPr>
                        <a:t>ef</a:t>
                      </a:r>
                    </a:p>
                  </a:txBody>
                  <a:tcPr marL="91433" marR="91433" marT="45730" marB="45730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800"/>
                      </a:pPr>
                      <a:r>
                        <a:rPr lang="en-US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FreeSans" pitchFamily="2"/>
                        </a:rPr>
                        <a:t>G</a:t>
                      </a:r>
                    </a:p>
                  </a:txBody>
                  <a:tcPr marL="91433" marR="91433" marT="45730" marB="45730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800"/>
                      </a:pPr>
                      <a:r>
                        <a:rPr lang="en-US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FreeSans" pitchFamily="2"/>
                        </a:rPr>
                        <a:t>H </a:t>
                      </a:r>
                      <a:r>
                        <a:rPr lang="en-US" sz="1800" b="0" i="0" u="none" strike="noStrike" kern="1200" cap="none">
                          <a:ln>
                            <a:noFill/>
                          </a:ln>
                          <a:solidFill>
                            <a:srgbClr val="CE181E"/>
                          </a:solidFill>
                          <a:latin typeface="Liberation Sans" pitchFamily="18"/>
                          <a:ea typeface="Noto Sans CJK SC Regular" pitchFamily="2"/>
                          <a:cs typeface="FreeSans" pitchFamily="2"/>
                        </a:rPr>
                        <a:t>i=j</a:t>
                      </a:r>
                    </a:p>
                  </a:txBody>
                  <a:tcPr marL="91433" marR="91433" marT="45730" marB="4573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9802"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800"/>
                      </a:pPr>
                      <a:r>
                        <a:rPr lang="en-US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FreeSans" pitchFamily="2"/>
                        </a:rPr>
                        <a:t>K </a:t>
                      </a:r>
                      <a:r>
                        <a:rPr lang="en-US" sz="1800" b="0" i="0" u="none" strike="noStrike" kern="1200" cap="none">
                          <a:ln>
                            <a:noFill/>
                          </a:ln>
                          <a:solidFill>
                            <a:srgbClr val="CE181E"/>
                          </a:solidFill>
                          <a:latin typeface="Liberation Sans" pitchFamily="18"/>
                          <a:ea typeface="Noto Sans CJK SC Regular" pitchFamily="2"/>
                          <a:cs typeface="FreeSans" pitchFamily="2"/>
                        </a:rPr>
                        <a:t>lm</a:t>
                      </a:r>
                    </a:p>
                  </a:txBody>
                  <a:tcPr marL="91433" marR="91433" marT="45730" marB="45730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800"/>
                      </a:pPr>
                      <a:r>
                        <a:rPr lang="en-US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FreeSans" pitchFamily="2"/>
                        </a:rPr>
                        <a:t>N</a:t>
                      </a:r>
                    </a:p>
                  </a:txBody>
                  <a:tcPr marL="91433" marR="91433" marT="45730" marB="45730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800"/>
                      </a:pPr>
                      <a:r>
                        <a:rPr lang="en-US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FreeSans" pitchFamily="2"/>
                        </a:rPr>
                        <a:t>O </a:t>
                      </a:r>
                      <a:r>
                        <a:rPr lang="en-US" sz="1800" b="0" i="0" u="none" strike="noStrike" kern="1200" cap="none">
                          <a:ln>
                            <a:noFill/>
                          </a:ln>
                          <a:solidFill>
                            <a:srgbClr val="CE181E"/>
                          </a:solidFill>
                          <a:latin typeface="Liberation Sans" pitchFamily="18"/>
                          <a:ea typeface="Noto Sans CJK SC Regular" pitchFamily="2"/>
                          <a:cs typeface="FreeSans" pitchFamily="2"/>
                        </a:rPr>
                        <a:t>p</a:t>
                      </a:r>
                    </a:p>
                  </a:txBody>
                  <a:tcPr marL="91433" marR="91433" marT="45730" marB="45730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800"/>
                      </a:pPr>
                      <a:r>
                        <a:rPr lang="en-US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FreeSans" pitchFamily="2"/>
                        </a:rPr>
                        <a:t>Q </a:t>
                      </a:r>
                      <a:r>
                        <a:rPr lang="en-US" sz="1800" b="0" i="0" u="none" strike="noStrike" kern="1200" cap="none">
                          <a:ln>
                            <a:noFill/>
                          </a:ln>
                          <a:solidFill>
                            <a:srgbClr val="CE181E"/>
                          </a:solidFill>
                          <a:latin typeface="Liberation Sans" pitchFamily="18"/>
                          <a:ea typeface="Noto Sans CJK SC Regular" pitchFamily="2"/>
                          <a:cs typeface="FreeSans" pitchFamily="2"/>
                        </a:rPr>
                        <a:t>r</a:t>
                      </a:r>
                    </a:p>
                  </a:txBody>
                  <a:tcPr marL="91433" marR="91433" marT="45730" marB="45730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800"/>
                      </a:pPr>
                      <a:r>
                        <a:rPr lang="en-US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FreeSans" pitchFamily="2"/>
                        </a:rPr>
                        <a:t>S</a:t>
                      </a:r>
                    </a:p>
                  </a:txBody>
                  <a:tcPr marL="91433" marR="91433" marT="45730" marB="4573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1242"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800"/>
                      </a:pPr>
                      <a:r>
                        <a:rPr lang="en-US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FreeSans" pitchFamily="2"/>
                        </a:rPr>
                        <a:t>T</a:t>
                      </a:r>
                    </a:p>
                  </a:txBody>
                  <a:tcPr marL="91433" marR="91433" marT="45730" marB="45730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800"/>
                      </a:pPr>
                      <a:r>
                        <a:rPr lang="en-US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FreeSans" pitchFamily="2"/>
                        </a:rPr>
                        <a:t>U</a:t>
                      </a:r>
                    </a:p>
                  </a:txBody>
                  <a:tcPr marL="91433" marR="91433" marT="45730" marB="45730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800"/>
                      </a:pPr>
                      <a:r>
                        <a:rPr lang="en-US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FreeSans" pitchFamily="2"/>
                        </a:rPr>
                        <a:t>V</a:t>
                      </a:r>
                    </a:p>
                  </a:txBody>
                  <a:tcPr marL="91433" marR="91433" marT="45730" marB="45730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800"/>
                      </a:pPr>
                      <a:r>
                        <a:rPr lang="en-US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FreeSans" pitchFamily="2"/>
                        </a:rPr>
                        <a:t>W </a:t>
                      </a:r>
                      <a:r>
                        <a:rPr lang="en-US" sz="1800" b="0" i="0" u="none" strike="noStrike" kern="1200" cap="none">
                          <a:ln>
                            <a:noFill/>
                          </a:ln>
                          <a:solidFill>
                            <a:srgbClr val="CE181E"/>
                          </a:solidFill>
                          <a:latin typeface="Liberation Sans" pitchFamily="18"/>
                          <a:ea typeface="Noto Sans CJK SC Regular" pitchFamily="2"/>
                          <a:cs typeface="FreeSans" pitchFamily="2"/>
                        </a:rPr>
                        <a:t>xy</a:t>
                      </a:r>
                    </a:p>
                  </a:txBody>
                  <a:tcPr marL="91433" marR="91433" marT="45730" marB="45730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800"/>
                      </a:pPr>
                      <a:r>
                        <a:rPr lang="en-US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FreeSans" pitchFamily="2"/>
                        </a:rPr>
                        <a:t>Z</a:t>
                      </a:r>
                    </a:p>
                  </a:txBody>
                  <a:tcPr marL="91433" marR="91433" marT="45730" marB="4573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B94A7-2A16-83D7-FF27-B2C974F5214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Playfair Cipher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ED7516-A6F5-ADE3-DF0C-FBEB0140D1B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Key : “PLAYFAIREXAMPLE”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79EF05E-D67F-10C5-3014-1D241F40499A}"/>
              </a:ext>
            </a:extLst>
          </p:cNvPr>
          <p:cNvGraphicFramePr>
            <a:graphicFrameLocks noGrp="1"/>
          </p:cNvGraphicFramePr>
          <p:nvPr/>
        </p:nvGraphicFramePr>
        <p:xfrm>
          <a:off x="2593975" y="1868488"/>
          <a:ext cx="5075238" cy="3600450"/>
        </p:xfrm>
        <a:graphic>
          <a:graphicData uri="http://schemas.openxmlformats.org/drawingml/2006/table">
            <a:tbl>
              <a:tblPr>
                <a:tableStyleId>{6C5C8CDE-FB85-463C-9B54-127742273E54}</a:tableStyleId>
              </a:tblPr>
              <a:tblGrid>
                <a:gridCol w="1014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47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47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47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9802"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FreeSans" pitchFamily="2"/>
                        </a:rPr>
                        <a:t>P</a:t>
                      </a:r>
                    </a:p>
                  </a:txBody>
                  <a:tcPr marL="91433" marR="91433" marT="45730" marB="45730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800"/>
                      </a:pPr>
                      <a:r>
                        <a:rPr lang="en-US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FreeSans" pitchFamily="2"/>
                        </a:rPr>
                        <a:t>L</a:t>
                      </a:r>
                    </a:p>
                  </a:txBody>
                  <a:tcPr marL="91433" marR="91433" marT="45730" marB="45730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800"/>
                      </a:pPr>
                      <a:r>
                        <a:rPr lang="en-US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FreeSans" pitchFamily="2"/>
                        </a:rPr>
                        <a:t>A</a:t>
                      </a:r>
                    </a:p>
                  </a:txBody>
                  <a:tcPr marL="91433" marR="91433" marT="45730" marB="45730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800"/>
                      </a:pPr>
                      <a:r>
                        <a:rPr lang="en-US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FreeSans" pitchFamily="2"/>
                        </a:rPr>
                        <a:t>Y</a:t>
                      </a:r>
                    </a:p>
                  </a:txBody>
                  <a:tcPr marL="91433" marR="91433" marT="45730" marB="45730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800"/>
                      </a:pPr>
                      <a:r>
                        <a:rPr lang="en-US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FreeSans" pitchFamily="2"/>
                        </a:rPr>
                        <a:t>F</a:t>
                      </a:r>
                    </a:p>
                  </a:txBody>
                  <a:tcPr marL="91433" marR="91433" marT="45730" marB="4573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9802"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800"/>
                      </a:pPr>
                      <a:r>
                        <a:rPr lang="en-US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FreeSans" pitchFamily="2"/>
                        </a:rPr>
                        <a:t>I</a:t>
                      </a:r>
                    </a:p>
                  </a:txBody>
                  <a:tcPr marL="91433" marR="91433" marT="45730" marB="45730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800"/>
                      </a:pPr>
                      <a:r>
                        <a:rPr lang="en-US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FreeSans" pitchFamily="2"/>
                        </a:rPr>
                        <a:t>R</a:t>
                      </a:r>
                    </a:p>
                  </a:txBody>
                  <a:tcPr marL="91433" marR="91433" marT="45730" marB="45730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800"/>
                      </a:pPr>
                      <a:r>
                        <a:rPr lang="en-US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FreeSans" pitchFamily="2"/>
                        </a:rPr>
                        <a:t>E</a:t>
                      </a:r>
                    </a:p>
                  </a:txBody>
                  <a:tcPr marL="91433" marR="91433" marT="45730" marB="45730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800"/>
                      </a:pPr>
                      <a:r>
                        <a:rPr lang="en-US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FreeSans" pitchFamily="2"/>
                        </a:rPr>
                        <a:t>X</a:t>
                      </a:r>
                    </a:p>
                  </a:txBody>
                  <a:tcPr marL="91433" marR="91433" marT="45730" marB="45730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800"/>
                      </a:pPr>
                      <a:r>
                        <a:rPr lang="en-US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FreeSans" pitchFamily="2"/>
                        </a:rPr>
                        <a:t>M</a:t>
                      </a:r>
                    </a:p>
                  </a:txBody>
                  <a:tcPr marL="91433" marR="91433" marT="45730" marB="4573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9802"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800"/>
                      </a:pPr>
                      <a:r>
                        <a:rPr lang="en-US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FreeSans" pitchFamily="2"/>
                        </a:rPr>
                        <a:t>B</a:t>
                      </a:r>
                    </a:p>
                  </a:txBody>
                  <a:tcPr marL="91433" marR="91433" marT="45730" marB="45730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800"/>
                      </a:pPr>
                      <a:r>
                        <a:rPr lang="en-US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FreeSans" pitchFamily="2"/>
                        </a:rPr>
                        <a:t>C</a:t>
                      </a:r>
                    </a:p>
                  </a:txBody>
                  <a:tcPr marL="91433" marR="91433" marT="45730" marB="45730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800"/>
                      </a:pPr>
                      <a:r>
                        <a:rPr lang="en-US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FreeSans" pitchFamily="2"/>
                        </a:rPr>
                        <a:t>D</a:t>
                      </a:r>
                    </a:p>
                  </a:txBody>
                  <a:tcPr marL="91433" marR="91433" marT="45730" marB="45730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800"/>
                      </a:pPr>
                      <a:r>
                        <a:rPr lang="en-US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FreeSans" pitchFamily="2"/>
                        </a:rPr>
                        <a:t>G</a:t>
                      </a:r>
                    </a:p>
                  </a:txBody>
                  <a:tcPr marL="91433" marR="91433" marT="45730" marB="45730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800"/>
                      </a:pPr>
                      <a:r>
                        <a:rPr lang="en-US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FreeSans" pitchFamily="2"/>
                        </a:rPr>
                        <a:t>H</a:t>
                      </a:r>
                    </a:p>
                  </a:txBody>
                  <a:tcPr marL="91433" marR="91433" marT="45730" marB="4573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9802"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800"/>
                      </a:pPr>
                      <a:r>
                        <a:rPr lang="en-US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FreeSans" pitchFamily="2"/>
                        </a:rPr>
                        <a:t>K</a:t>
                      </a:r>
                    </a:p>
                  </a:txBody>
                  <a:tcPr marL="91433" marR="91433" marT="45730" marB="45730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800"/>
                      </a:pPr>
                      <a:r>
                        <a:rPr lang="en-US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FreeSans" pitchFamily="2"/>
                        </a:rPr>
                        <a:t>N</a:t>
                      </a:r>
                    </a:p>
                  </a:txBody>
                  <a:tcPr marL="91433" marR="91433" marT="45730" marB="45730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800"/>
                      </a:pPr>
                      <a:r>
                        <a:rPr lang="en-US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FreeSans" pitchFamily="2"/>
                        </a:rPr>
                        <a:t>O</a:t>
                      </a:r>
                    </a:p>
                  </a:txBody>
                  <a:tcPr marL="91433" marR="91433" marT="45730" marB="45730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800"/>
                      </a:pPr>
                      <a:r>
                        <a:rPr lang="en-US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FreeSans" pitchFamily="2"/>
                        </a:rPr>
                        <a:t>Q</a:t>
                      </a:r>
                    </a:p>
                  </a:txBody>
                  <a:tcPr marL="91433" marR="91433" marT="45730" marB="45730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800"/>
                      </a:pPr>
                      <a:r>
                        <a:rPr lang="en-US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FreeSans" pitchFamily="2"/>
                        </a:rPr>
                        <a:t>S</a:t>
                      </a:r>
                    </a:p>
                  </a:txBody>
                  <a:tcPr marL="91433" marR="91433" marT="45730" marB="4573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1242"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800"/>
                      </a:pPr>
                      <a:r>
                        <a:rPr lang="en-US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FreeSans" pitchFamily="2"/>
                        </a:rPr>
                        <a:t>T</a:t>
                      </a:r>
                    </a:p>
                  </a:txBody>
                  <a:tcPr marL="91433" marR="91433" marT="45730" marB="45730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800"/>
                      </a:pPr>
                      <a:r>
                        <a:rPr lang="en-US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FreeSans" pitchFamily="2"/>
                        </a:rPr>
                        <a:t>U</a:t>
                      </a:r>
                    </a:p>
                  </a:txBody>
                  <a:tcPr marL="91433" marR="91433" marT="45730" marB="45730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800"/>
                      </a:pPr>
                      <a:r>
                        <a:rPr lang="en-US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FreeSans" pitchFamily="2"/>
                        </a:rPr>
                        <a:t>V</a:t>
                      </a:r>
                    </a:p>
                  </a:txBody>
                  <a:tcPr marL="91433" marR="91433" marT="45730" marB="45730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800"/>
                      </a:pPr>
                      <a:r>
                        <a:rPr lang="en-US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FreeSans" pitchFamily="2"/>
                        </a:rPr>
                        <a:t>W</a:t>
                      </a:r>
                    </a:p>
                  </a:txBody>
                  <a:tcPr marL="91433" marR="91433" marT="45730" marB="45730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800"/>
                      </a:pPr>
                      <a:r>
                        <a:rPr lang="en-US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FreeSans" pitchFamily="2"/>
                        </a:rPr>
                        <a:t>Z</a:t>
                      </a:r>
                    </a:p>
                  </a:txBody>
                  <a:tcPr marL="91433" marR="91433" marT="45730" marB="4573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3F708-097C-FCA3-F842-B71773FFCCC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Playfair Cipher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C84376-4A6C-9CD3-21AE-6631780EF16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“HI”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endParaRPr>
              <a:solidFill>
                <a:sysClr val="windowText" lastClr="000000"/>
              </a:solidFill>
            </a:endParaRPr>
          </a:p>
        </p:txBody>
      </p:sp>
      <p:pic>
        <p:nvPicPr>
          <p:cNvPr id="83972" name="Picture 4">
            <a:extLst>
              <a:ext uri="{FF2B5EF4-FFF2-40B4-BE49-F238E27FC236}">
                <a16:creationId xmlns:a16="http://schemas.microsoft.com/office/drawing/2014/main" id="{C97131D1-DD3D-B30C-1E80-46D4E6916D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1125" y="1628775"/>
            <a:ext cx="4865688" cy="245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265E4-FD4A-3AF6-CD19-C9CA7ACC1B9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Playfair Cipher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29908F-CB13-9776-835A-9036EB86383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“DE”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endParaRPr>
              <a:solidFill>
                <a:sysClr val="windowText" lastClr="000000"/>
              </a:solidFill>
            </a:endParaRPr>
          </a:p>
        </p:txBody>
      </p:sp>
      <p:pic>
        <p:nvPicPr>
          <p:cNvPr id="86020" name="Picture 4">
            <a:extLst>
              <a:ext uri="{FF2B5EF4-FFF2-40B4-BE49-F238E27FC236}">
                <a16:creationId xmlns:a16="http://schemas.microsoft.com/office/drawing/2014/main" id="{D4FAF4A0-3434-8F42-F1F6-EDC027D224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3963" y="1628775"/>
            <a:ext cx="5180012" cy="245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62EF3-4766-7F48-9400-1B894A01C4C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Playfair Cipher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2F6263-0950-1DBE-5D54-D5851B50C6E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“TH”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endParaRPr>
              <a:solidFill>
                <a:sysClr val="windowText" lastClr="000000"/>
              </a:solidFill>
            </a:endParaRPr>
          </a:p>
        </p:txBody>
      </p:sp>
      <p:pic>
        <p:nvPicPr>
          <p:cNvPr id="88068" name="Picture 4">
            <a:extLst>
              <a:ext uri="{FF2B5EF4-FFF2-40B4-BE49-F238E27FC236}">
                <a16:creationId xmlns:a16="http://schemas.microsoft.com/office/drawing/2014/main" id="{9A7DEA29-AD9B-894D-A771-48222B6DD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0175" y="1604963"/>
            <a:ext cx="4827588" cy="250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749FE-F475-44F7-5EBA-6EA520E58C9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Playfair Cipher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FC98B3-F88A-6FBA-124E-A55E27A2C66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“EG”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endParaRPr>
              <a:solidFill>
                <a:sysClr val="windowText" lastClr="000000"/>
              </a:solidFill>
            </a:endParaRPr>
          </a:p>
        </p:txBody>
      </p:sp>
      <p:pic>
        <p:nvPicPr>
          <p:cNvPr id="90116" name="Picture 4">
            <a:extLst>
              <a:ext uri="{FF2B5EF4-FFF2-40B4-BE49-F238E27FC236}">
                <a16:creationId xmlns:a16="http://schemas.microsoft.com/office/drawing/2014/main" id="{9DB5B0F0-A965-CAD5-10D1-01FD13CA93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7800" y="1652588"/>
            <a:ext cx="4732338" cy="240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08340-46A0-E55B-0BDB-9822F897A90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Playfair Cipher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542A4D-19AD-DF82-2EFE-721BF88332A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“OL”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endParaRPr>
              <a:solidFill>
                <a:sysClr val="windowText" lastClr="000000"/>
              </a:solidFill>
            </a:endParaRPr>
          </a:p>
        </p:txBody>
      </p:sp>
      <p:pic>
        <p:nvPicPr>
          <p:cNvPr id="92164" name="Picture 4">
            <a:extLst>
              <a:ext uri="{FF2B5EF4-FFF2-40B4-BE49-F238E27FC236}">
                <a16:creationId xmlns:a16="http://schemas.microsoft.com/office/drawing/2014/main" id="{AF7520E1-ED80-A1A0-C472-20052EF288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3513" y="1566863"/>
            <a:ext cx="4760912" cy="258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DBF3C-5AF6-C0DF-24F3-18B6DCEB462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Playfair Cipher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4D14B2-A077-F915-4769-063D17C8285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“EX”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endParaRPr>
              <a:solidFill>
                <a:sysClr val="windowText" lastClr="000000"/>
              </a:solidFill>
            </a:endParaRPr>
          </a:p>
        </p:txBody>
      </p:sp>
      <p:pic>
        <p:nvPicPr>
          <p:cNvPr id="94212" name="Picture 4">
            <a:extLst>
              <a:ext uri="{FF2B5EF4-FFF2-40B4-BE49-F238E27FC236}">
                <a16:creationId xmlns:a16="http://schemas.microsoft.com/office/drawing/2014/main" id="{A9E1BFAE-5A42-8DDA-5124-8912E8626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8238" y="1595438"/>
            <a:ext cx="5351462" cy="2522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4B3C3-66A1-CE17-BF3A-66A8D0E536C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Playfair Ciphertext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7E05A9-0168-0592-1300-8363D07228F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VI PN SE LU ET XE KM WP KM OR XC BK LO CW QR OR DX ER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endParaRPr>
              <a:solidFill>
                <a:sysClr val="windowText" lastClr="000000"/>
              </a:solidFill>
            </a:endParaRP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Key: PLAYFAIREXAMPLE</a:t>
            </a:r>
          </a:p>
        </p:txBody>
      </p:sp>
    </p:spTree>
  </p:cSld>
  <p:clrMapOvr>
    <a:masterClrMapping/>
  </p:clrMapOvr>
  <p:transition spd="slow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725B6-E78C-C9AB-4F7E-8A698B49629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Enigma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F4CAF7-EE0E-629C-887F-1A24A889DFE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Tugas 2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Buat tutorial mengenai cara menggunakan paper Enigma, berkelompok 5 orang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Tutorial boleh berupa video atau step-by-step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Sertakan contoh langkah enkripsi dan dekripsi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Kirim ke muhammadfaris[at]telkomuniversity.ac.id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Format subject email dan judul: KELAS_KAMSIS_TUGAS2_NIM_Nama (cukup perwakilan kelompok, list anggota lengkap masukkan ke dalam tubuh email)</a:t>
            </a:r>
          </a:p>
        </p:txBody>
      </p:sp>
    </p:spTree>
  </p:cSld>
  <p:clrMapOvr>
    <a:masterClrMapping/>
  </p:clrMapOvr>
  <p:transition spd="slow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7E3BF-B19D-C416-786F-0D0FD077ECF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Keamanan Sistem Kripto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E933E7-554D-4751-893F-CD2E321F8DB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Diharapkan, meskipun ciphertext dicuri, tidak bisa dipecahkan plaintext-nya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Persisnya :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Apa yang diketahui musuh?</a:t>
            </a:r>
          </a:p>
          <a:p>
            <a:pPr lvl="2" fontAlgn="auto" hangingPunct="0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Jenis enkripsi</a:t>
            </a:r>
          </a:p>
          <a:p>
            <a:pPr lvl="2" fontAlgn="auto" hangingPunct="0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Pasangan plaintext-ciphertext yang pernah digunakan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Informasi tentang kunci yang kita pilih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Apa yang dimaksud tidak dapat dipecahkan plaintext-nya?</a:t>
            </a:r>
          </a:p>
          <a:p>
            <a:pPr lvl="2" fontAlgn="auto" hangingPunct="0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Ciphertext sama sekali </a:t>
            </a:r>
            <a:r>
              <a:rPr lang="en-US" sz="3200" b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tidak menginformasikan </a:t>
            </a: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plaintext atau membutuhkan waktu </a:t>
            </a:r>
            <a:r>
              <a:rPr lang="en-US" sz="3200" b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yang sangat lama </a:t>
            </a: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untuk dipecahkan meskipun menggunakan </a:t>
            </a:r>
            <a:r>
              <a:rPr lang="en-US" sz="3200" b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komputer tercanggih</a:t>
            </a:r>
          </a:p>
        </p:txBody>
      </p:sp>
    </p:spTree>
  </p:cSld>
  <p:clrMapOvr>
    <a:masterClrMapping/>
  </p:clrMapOvr>
  <p:transition spd="slow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16F3E-3B40-975D-8787-D239BA26ADE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Welcome Back to Reality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DF927-2298-2120-028C-DFEF8DF73C4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Keamanan informasi teoritis dimungkinkan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Cipher sempurna adalah aman secara teori informasi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Tapi tidak praktis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Kunci harus sepanjang plaintext dan random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Sulit untuk dibuat dan berbagi (share)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Sistem kripto yang digunakan berbasis keamanan komputasional</a:t>
            </a:r>
          </a:p>
        </p:txBody>
      </p:sp>
    </p:spTree>
  </p:cSld>
  <p:clrMapOvr>
    <a:masterClrMapping/>
  </p:clrMapOvr>
  <p:transition spd="slow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9717E-F535-8726-BC51-B77BA1EB201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Keamanan Komputasional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155C20-971A-6768-7464-8D18B173500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Idea 10.000 feet: not impossible to </a:t>
            </a:r>
            <a:r>
              <a:rPr>
                <a:solidFill>
                  <a:srgbClr val="CE181E"/>
                </a:solidFill>
              </a:rPr>
              <a:t>crack</a:t>
            </a:r>
            <a:r>
              <a:rPr>
                <a:solidFill>
                  <a:sysClr val="windowText" lastClr="000000"/>
                </a:solidFill>
              </a:rPr>
              <a:t> cipher, but </a:t>
            </a:r>
            <a:r>
              <a:rPr i="1">
                <a:solidFill>
                  <a:sysClr val="windowText" lastClr="000000"/>
                </a:solidFill>
              </a:rPr>
              <a:t>very</a:t>
            </a:r>
            <a:r>
              <a:rPr>
                <a:solidFill>
                  <a:sysClr val="windowText" lastClr="000000"/>
                </a:solidFill>
              </a:rPr>
              <a:t> </a:t>
            </a:r>
            <a:r>
              <a:rPr>
                <a:solidFill>
                  <a:srgbClr val="CE181E"/>
                </a:solidFill>
              </a:rPr>
              <a:t>difficult</a:t>
            </a:r>
            <a:r>
              <a:rPr>
                <a:solidFill>
                  <a:sysClr val="windowText" lastClr="000000"/>
                </a:solidFill>
              </a:rPr>
              <a:t> to do so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Menyulitkan penyerang dengan sumberdaya terbatas sehingga mustahil untuk memecahkannya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Sehingga : kunci yang dibutuhkan bisa lebih pendek dan mudah dibagi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endParaRPr>
              <a:solidFill>
                <a:sysClr val="windowText" lastClr="000000"/>
              </a:solidFill>
            </a:endParaRP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Disebut kripto 99%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Masalah utama: seberapa yakin kita tentang sulit dipecahkan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Yakinkah sudah sangat sulit?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Bukankah tingkat kesulitan ini semakin lama semakin turun?</a:t>
            </a:r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</TotalTime>
  <Words>1577</Words>
  <Application>Microsoft Office PowerPoint</Application>
  <PresentationFormat>Custom</PresentationFormat>
  <Paragraphs>339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8" baseType="lpstr">
      <vt:lpstr>Calibri</vt:lpstr>
      <vt:lpstr>Arial</vt:lpstr>
      <vt:lpstr>Liberation Sans</vt:lpstr>
      <vt:lpstr>Liberation Serif</vt:lpstr>
      <vt:lpstr>DejaVu Sans</vt:lpstr>
      <vt:lpstr>Noto Sans CJK SC Regular</vt:lpstr>
      <vt:lpstr>FreeSans</vt:lpstr>
      <vt:lpstr>Default</vt:lpstr>
      <vt:lpstr>PowerPoint Presentation</vt:lpstr>
      <vt:lpstr>Kriptologi</vt:lpstr>
      <vt:lpstr>Kriptografi &amp; Kriptoanalisis</vt:lpstr>
      <vt:lpstr>Kriptografi &amp; Kriptoanalisis</vt:lpstr>
      <vt:lpstr>Kriptografi</vt:lpstr>
      <vt:lpstr>Terminologi</vt:lpstr>
      <vt:lpstr>Terminologi</vt:lpstr>
      <vt:lpstr>Jenis-jenis Analisis Kripto</vt:lpstr>
      <vt:lpstr>PowerPoint Presentation</vt:lpstr>
      <vt:lpstr>One Time Pads</vt:lpstr>
      <vt:lpstr>OTP Example</vt:lpstr>
      <vt:lpstr>Caesar Cipher</vt:lpstr>
      <vt:lpstr>Cipher Monoalphabetik</vt:lpstr>
      <vt:lpstr>Substitusi Monoalphabetik</vt:lpstr>
      <vt:lpstr>PowerPoint Presentation</vt:lpstr>
      <vt:lpstr>Jogja Cipher</vt:lpstr>
      <vt:lpstr>Jogja Cipher</vt:lpstr>
      <vt:lpstr>Cipher Transposisional</vt:lpstr>
      <vt:lpstr>Rail Fence Algorithm</vt:lpstr>
      <vt:lpstr>PowerPoint Presentation</vt:lpstr>
      <vt:lpstr>PowerPoint Presentation</vt:lpstr>
      <vt:lpstr>Malang Cipher</vt:lpstr>
      <vt:lpstr>P-Box</vt:lpstr>
      <vt:lpstr>S-Box</vt:lpstr>
      <vt:lpstr>Product Block</vt:lpstr>
      <vt:lpstr>Analisis Kripto Monoalphabetik</vt:lpstr>
      <vt:lpstr>Urutan &amp; Frekuensi Huruf Bahasa Inggris</vt:lpstr>
      <vt:lpstr>Analisis Kripto Monoalphabetik</vt:lpstr>
      <vt:lpstr>Diagram &amp; Trigram</vt:lpstr>
      <vt:lpstr>Statistik Yang Diinginkan</vt:lpstr>
      <vt:lpstr>Substitusi Polialphabetik</vt:lpstr>
      <vt:lpstr>Tabel Vigenere</vt:lpstr>
      <vt:lpstr>Vigenere</vt:lpstr>
      <vt:lpstr>Kelemahan Subtitusi Polyalphabetik</vt:lpstr>
      <vt:lpstr>Playfair Cipher</vt:lpstr>
      <vt:lpstr>Aturan Playfair Cipher</vt:lpstr>
      <vt:lpstr>Playfair Cipher</vt:lpstr>
      <vt:lpstr>Playfair Cipher</vt:lpstr>
      <vt:lpstr>Playfair Cipher</vt:lpstr>
      <vt:lpstr>Playfair Cipher</vt:lpstr>
      <vt:lpstr>Playfair Cipher</vt:lpstr>
      <vt:lpstr>Playfair Cipher</vt:lpstr>
      <vt:lpstr>Playfair Cipher</vt:lpstr>
      <vt:lpstr>Playfair Cipher</vt:lpstr>
      <vt:lpstr>Playfair Cipher</vt:lpstr>
      <vt:lpstr>Playfair Ciphertext</vt:lpstr>
      <vt:lpstr>Enigma</vt:lpstr>
      <vt:lpstr>Keamanan Sistem Kripto</vt:lpstr>
      <vt:lpstr>Welcome Back to Reality</vt:lpstr>
      <vt:lpstr>Keamanan Komputasional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omyud</dc:creator>
  <cp:lastModifiedBy>MUHAMMAD AL QARNIE</cp:lastModifiedBy>
  <cp:revision>30</cp:revision>
  <dcterms:created xsi:type="dcterms:W3CDTF">2018-08-19T15:33:06Z</dcterms:created>
  <dcterms:modified xsi:type="dcterms:W3CDTF">2026-03-21T15:25:03Z</dcterms:modified>
</cp:coreProperties>
</file>